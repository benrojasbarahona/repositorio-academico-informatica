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5143500" cx="9144000"/>
  <p:notesSz cx="6858000" cy="9144000"/>
  <p:embeddedFontLst>
    <p:embeddedFont>
      <p:font typeface="Roboto"/>
      <p:regular r:id="rId59"/>
      <p:bold r:id="rId60"/>
      <p:italic r:id="rId61"/>
      <p:boldItalic r:id="rId62"/>
    </p:embeddedFont>
    <p:embeddedFont>
      <p:font typeface="PT Sans Narrow"/>
      <p:regular r:id="rId63"/>
      <p:bold r:id="rId64"/>
    </p:embeddedFont>
    <p:embeddedFont>
      <p:font typeface="Open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63C125-6FD5-424D-B4B2-31E6C9F7E34F}">
  <a:tblStyle styleId="{8F63C125-6FD5-424D-B4B2-31E6C9F7E3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5F2764B-6E76-42DE-9E2A-7CCB8FF6649E}"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1F0EC"/>
          </a:solidFill>
        </a:fill>
      </a:tcStyle>
    </a:wholeTbl>
    <a:band1H>
      <a:tcTxStyle/>
      <a:tcStyle>
        <a:fill>
          <a:solidFill>
            <a:srgbClr val="E1E0D6"/>
          </a:solidFill>
        </a:fill>
      </a:tcStyle>
    </a:band1H>
    <a:band2H>
      <a:tcTxStyle/>
    </a:band2H>
    <a:band1V>
      <a:tcTxStyle/>
      <a:tcStyle>
        <a:fill>
          <a:solidFill>
            <a:srgbClr val="E1E0D6"/>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3.xml"/><Relationship Id="rId64" Type="http://schemas.openxmlformats.org/officeDocument/2006/relationships/font" Target="fonts/PTSansNarrow-bold.fntdata"/><Relationship Id="rId63" Type="http://schemas.openxmlformats.org/officeDocument/2006/relationships/font" Target="fonts/PTSansNarrow-regular.fntdata"/><Relationship Id="rId22" Type="http://schemas.openxmlformats.org/officeDocument/2006/relationships/slide" Target="slides/slide15.xml"/><Relationship Id="rId66" Type="http://schemas.openxmlformats.org/officeDocument/2006/relationships/font" Target="fonts/OpenSans-bold.fntdata"/><Relationship Id="rId21" Type="http://schemas.openxmlformats.org/officeDocument/2006/relationships/slide" Target="slides/slide14.xml"/><Relationship Id="rId65" Type="http://schemas.openxmlformats.org/officeDocument/2006/relationships/font" Target="fonts/OpenSans-regular.fntdata"/><Relationship Id="rId24" Type="http://schemas.openxmlformats.org/officeDocument/2006/relationships/slide" Target="slides/slide17.xml"/><Relationship Id="rId68" Type="http://schemas.openxmlformats.org/officeDocument/2006/relationships/font" Target="fonts/OpenSans-boldItalic.fntdata"/><Relationship Id="rId23" Type="http://schemas.openxmlformats.org/officeDocument/2006/relationships/slide" Target="slides/slide16.xml"/><Relationship Id="rId67" Type="http://schemas.openxmlformats.org/officeDocument/2006/relationships/font" Target="fonts/OpenSans-italic.fntdata"/><Relationship Id="rId60" Type="http://schemas.openxmlformats.org/officeDocument/2006/relationships/font" Target="fonts/Roboto-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Roboto-regular.fntdata"/><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de18a5fc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de18a5fc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de18a5fcf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de18a5fcf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de18a5fcf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de18a5fcf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cde18a5fcf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cde18a5fcf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f6cfa4f9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f6cfa4f9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f6cfa4f99_0_52: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df6cfa4f99_0_52: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df6cfa4f99_0_59: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g2df6cfa4f99_0_59:notes"/>
          <p:cNvSpPr txBox="1"/>
          <p:nvPr>
            <p:ph idx="1" type="body"/>
          </p:nvPr>
        </p:nvSpPr>
        <p:spPr>
          <a:xfrm>
            <a:off x="913217" y="4344693"/>
            <a:ext cx="5031600" cy="4112100"/>
          </a:xfrm>
          <a:prstGeom prst="rect">
            <a:avLst/>
          </a:prstGeom>
          <a:noFill/>
          <a:ln>
            <a:noFill/>
          </a:ln>
        </p:spPr>
        <p:txBody>
          <a:bodyPr anchorCtr="0" anchor="t" bIns="47950" lIns="95925" spcFirstLastPara="1" rIns="95925" wrap="square" tIns="47950">
            <a:noAutofit/>
          </a:bodyPr>
          <a:lstStyle/>
          <a:p>
            <a:pPr indent="-171450" lvl="0" marL="171450" rtl="0" algn="just">
              <a:spcBef>
                <a:spcPts val="0"/>
              </a:spcBef>
              <a:spcAft>
                <a:spcPts val="0"/>
              </a:spcAft>
              <a:buClr>
                <a:schemeClr val="dk1"/>
              </a:buClr>
              <a:buSzPts val="1100"/>
              <a:buFont typeface="Arial"/>
              <a:buChar char="•"/>
            </a:pPr>
            <a:r>
              <a:rPr lang="es"/>
              <a:t>Controlar cambios</a:t>
            </a:r>
            <a:endParaRPr/>
          </a:p>
          <a:p>
            <a:pPr indent="0" lvl="0" marL="0" rtl="0" algn="just">
              <a:spcBef>
                <a:spcPts val="330"/>
              </a:spcBef>
              <a:spcAft>
                <a:spcPts val="0"/>
              </a:spcAft>
              <a:buNone/>
            </a:pPr>
            <a:r>
              <a:rPr lang="es"/>
              <a:t>Los cambios descontrolados pueden hacer desperdiciar gran cantidad de tiempo, degradar los diseños, originar reparaciones mal aplicadas, y que incluso dan por resultado productos que se van a desechar</a:t>
            </a:r>
            <a:endParaRPr/>
          </a:p>
          <a:p>
            <a:pPr indent="-171450" lvl="0" marL="171450" rtl="0" algn="just">
              <a:spcBef>
                <a:spcPts val="330"/>
              </a:spcBef>
              <a:spcAft>
                <a:spcPts val="0"/>
              </a:spcAft>
              <a:buClr>
                <a:schemeClr val="dk1"/>
              </a:buClr>
              <a:buSzPts val="1100"/>
              <a:buFont typeface="Arial"/>
              <a:buChar char="•"/>
            </a:pPr>
            <a:r>
              <a:rPr lang="es"/>
              <a:t>Coordinación</a:t>
            </a:r>
            <a:endParaRPr/>
          </a:p>
          <a:p>
            <a:pPr indent="0" lvl="0" marL="0" rtl="0" algn="just">
              <a:spcBef>
                <a:spcPts val="330"/>
              </a:spcBef>
              <a:spcAft>
                <a:spcPts val="0"/>
              </a:spcAft>
              <a:buNone/>
            </a:pPr>
            <a:r>
              <a:rPr lang="es"/>
              <a:t>Un ingeniero podía actualizar un módulo con una reparación de los defectos mientras que otro modificaba una característica del mismo módulo al mismo tiempo. Cuando cada ingeniero devuelva su versión a la librería del sistema, es probable que un ingeniero sobrescriba y destruya el trabajo del otro ingeniero</a:t>
            </a:r>
            <a:endParaRPr/>
          </a:p>
          <a:p>
            <a:pPr indent="-171450" lvl="0" marL="171450" rtl="0" algn="just">
              <a:spcBef>
                <a:spcPts val="330"/>
              </a:spcBef>
              <a:spcAft>
                <a:spcPts val="0"/>
              </a:spcAft>
              <a:buClr>
                <a:schemeClr val="dk1"/>
              </a:buClr>
              <a:buSzPts val="1100"/>
              <a:buFont typeface="Arial"/>
              <a:buChar char="•"/>
            </a:pPr>
            <a:r>
              <a:rPr lang="es"/>
              <a:t>Proporciona:</a:t>
            </a:r>
            <a:endParaRPr/>
          </a:p>
          <a:p>
            <a:pPr indent="0" lvl="0" marL="0" rtl="0" algn="just">
              <a:spcBef>
                <a:spcPts val="330"/>
              </a:spcBef>
              <a:spcAft>
                <a:spcPts val="0"/>
              </a:spcAft>
              <a:buNone/>
            </a:pPr>
            <a:r>
              <a:rPr lang="es"/>
              <a:t>Repositorio donde almacenar las copias de todos los elementos clave del producto</a:t>
            </a:r>
            <a:endParaRPr/>
          </a:p>
          <a:p>
            <a:pPr indent="0" lvl="0" marL="0" rtl="0" algn="just">
              <a:spcBef>
                <a:spcPts val="330"/>
              </a:spcBef>
              <a:spcAft>
                <a:spcPts val="0"/>
              </a:spcAft>
              <a:buNone/>
            </a:pPr>
            <a:r>
              <a:rPr lang="es"/>
              <a:t>Registro histórico de como se cambiaron los productos (reconstruir cualquier producto que esté en la línea básica que se hubiese perdido o degradado)</a:t>
            </a:r>
            <a:endParaRPr/>
          </a:p>
        </p:txBody>
      </p:sp>
      <p:sp>
        <p:nvSpPr>
          <p:cNvPr id="161" name="Google Shape;161;g2df6cfa4f99_0_59:notes"/>
          <p:cNvSpPr txBox="1"/>
          <p:nvPr>
            <p:ph idx="11" type="ftr"/>
          </p:nvPr>
        </p:nvSpPr>
        <p:spPr>
          <a:xfrm>
            <a:off x="0" y="8687915"/>
            <a:ext cx="2972400" cy="456000"/>
          </a:xfrm>
          <a:prstGeom prst="rect">
            <a:avLst/>
          </a:prstGeom>
          <a:noFill/>
          <a:ln>
            <a:noFill/>
          </a:ln>
        </p:spPr>
        <p:txBody>
          <a:bodyPr anchorCtr="0" anchor="b" bIns="47950" lIns="95925" spcFirstLastPara="1" rIns="95925" wrap="square" tIns="47950">
            <a:noAutofit/>
          </a:bodyPr>
          <a:lstStyle/>
          <a:p>
            <a:pPr indent="0" lvl="0" marL="0" rtl="0" algn="l">
              <a:spcBef>
                <a:spcPts val="0"/>
              </a:spcBef>
              <a:spcAft>
                <a:spcPts val="0"/>
              </a:spcAft>
              <a:buNone/>
            </a:pPr>
            <a:r>
              <a:rPr lang="es"/>
              <a:t>© SOMEPRO</a:t>
            </a:r>
            <a:endParaRPr/>
          </a:p>
        </p:txBody>
      </p:sp>
      <p:sp>
        <p:nvSpPr>
          <p:cNvPr id="162" name="Google Shape;162;g2df6cfa4f99_0_59:notes"/>
          <p:cNvSpPr txBox="1"/>
          <p:nvPr>
            <p:ph idx="12" type="sldNum"/>
          </p:nvPr>
        </p:nvSpPr>
        <p:spPr>
          <a:xfrm>
            <a:off x="3885615" y="8687915"/>
            <a:ext cx="2972400" cy="456000"/>
          </a:xfrm>
          <a:prstGeom prst="rect">
            <a:avLst/>
          </a:prstGeom>
          <a:noFill/>
          <a:ln>
            <a:noFill/>
          </a:ln>
        </p:spPr>
        <p:txBody>
          <a:bodyPr anchorCtr="0" anchor="b" bIns="47950" lIns="95925" spcFirstLastPara="1" rIns="95925" wrap="square" tIns="4795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f6cfa4f99_0_68: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2df6cfa4f99_0_68: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f6cfa4f99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f6cfa4f99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df6cfa4f99_0_75: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2df6cfa4f99_0_75: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df6cfa4f99_0_82: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2df6cfa4f99_0_82: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f6cfa4f99_0_89: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2df6cfa4f99_0_89: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df6cfa4f99_0_96: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2df6cfa4f99_0_96: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df6cfa4f99_0_103: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2df6cfa4f99_0_103: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df6cfa4f99_0_154: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2df6cfa4f99_0_15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df6cfa4f99_0_207: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2df6cfa4f99_0_207: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df6cfa4f99_0_214: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2df6cfa4f99_0_21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df6cfa4f99_0_223: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2df6cfa4f99_0_223: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df6cfa4f99_0_230: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2df6cfa4f99_0_230: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df6cfa4f99_0_237: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2df6cfa4f99_0_237: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df6cfa4f99_0_247: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2df6cfa4f99_0_247: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df6cfa4f99_0_257: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2df6cfa4f99_0_257: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df6cfa4f99_0_265: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2df6cfa4f99_0_265: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df6cfa4f99_0_296: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2df6cfa4f99_0_296: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74abca576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74abca576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74abca576c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74abca576c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df6cfa4f99_0_30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4" name="Google Shape;424;g2df6cfa4f99_0_304:notes"/>
          <p:cNvSpPr txBox="1"/>
          <p:nvPr>
            <p:ph idx="1" type="body"/>
          </p:nvPr>
        </p:nvSpPr>
        <p:spPr>
          <a:xfrm>
            <a:off x="913217" y="4344693"/>
            <a:ext cx="5031600" cy="4112100"/>
          </a:xfrm>
          <a:prstGeom prst="rect">
            <a:avLst/>
          </a:prstGeom>
          <a:noFill/>
          <a:ln>
            <a:noFill/>
          </a:ln>
        </p:spPr>
        <p:txBody>
          <a:bodyPr anchorCtr="0" anchor="t" bIns="47950" lIns="95925" spcFirstLastPara="1" rIns="95925" wrap="square" tIns="47950">
            <a:noAutofit/>
          </a:bodyPr>
          <a:lstStyle/>
          <a:p>
            <a:pPr indent="0" lvl="0" marL="0" rtl="0" algn="just">
              <a:spcBef>
                <a:spcPts val="0"/>
              </a:spcBef>
              <a:spcAft>
                <a:spcPts val="0"/>
              </a:spcAft>
              <a:buNone/>
            </a:pPr>
            <a:r>
              <a:t/>
            </a:r>
            <a:endParaRPr/>
          </a:p>
        </p:txBody>
      </p:sp>
      <p:sp>
        <p:nvSpPr>
          <p:cNvPr id="425" name="Google Shape;425;g2df6cfa4f99_0_304:notes"/>
          <p:cNvSpPr txBox="1"/>
          <p:nvPr>
            <p:ph idx="11" type="ftr"/>
          </p:nvPr>
        </p:nvSpPr>
        <p:spPr>
          <a:xfrm>
            <a:off x="0" y="8687915"/>
            <a:ext cx="2972400" cy="456000"/>
          </a:xfrm>
          <a:prstGeom prst="rect">
            <a:avLst/>
          </a:prstGeom>
          <a:noFill/>
          <a:ln>
            <a:noFill/>
          </a:ln>
        </p:spPr>
        <p:txBody>
          <a:bodyPr anchorCtr="0" anchor="b" bIns="47950" lIns="95925" spcFirstLastPara="1" rIns="95925" wrap="square" tIns="47950">
            <a:noAutofit/>
          </a:bodyPr>
          <a:lstStyle/>
          <a:p>
            <a:pPr indent="0" lvl="0" marL="0" rtl="0" algn="l">
              <a:spcBef>
                <a:spcPts val="0"/>
              </a:spcBef>
              <a:spcAft>
                <a:spcPts val="0"/>
              </a:spcAft>
              <a:buNone/>
            </a:pPr>
            <a:r>
              <a:rPr lang="es"/>
              <a:t>© SOMEPRO</a:t>
            </a:r>
            <a:endParaRPr/>
          </a:p>
        </p:txBody>
      </p:sp>
      <p:sp>
        <p:nvSpPr>
          <p:cNvPr id="426" name="Google Shape;426;g2df6cfa4f99_0_304:notes"/>
          <p:cNvSpPr txBox="1"/>
          <p:nvPr>
            <p:ph idx="12" type="sldNum"/>
          </p:nvPr>
        </p:nvSpPr>
        <p:spPr>
          <a:xfrm>
            <a:off x="3885615" y="8687915"/>
            <a:ext cx="2972400" cy="456000"/>
          </a:xfrm>
          <a:prstGeom prst="rect">
            <a:avLst/>
          </a:prstGeom>
          <a:noFill/>
          <a:ln>
            <a:noFill/>
          </a:ln>
        </p:spPr>
        <p:txBody>
          <a:bodyPr anchorCtr="0" anchor="b" bIns="47950" lIns="95925" spcFirstLastPara="1" rIns="95925" wrap="square" tIns="4795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df6cfa4f99_0_314: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2df6cfa4f99_0_31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df6cfa4f99_0_326: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2df6cfa4f99_0_326: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df6cfa4f99_0_334: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2df6cfa4f99_0_33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df6cfa4f99_0_374: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2df6cfa4f99_0_374: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74abca576c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74abca576c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74abca576c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74abca576c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df6cfa4f99_0_382: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2df6cfa4f99_0_382: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df6cfa4f99_0_389: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2df6cfa4f99_0_389: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df6cfa4f99_0_396:notes"/>
          <p:cNvSpPr txBox="1"/>
          <p:nvPr>
            <p:ph idx="1" type="body"/>
          </p:nvPr>
        </p:nvSpPr>
        <p:spPr>
          <a:xfrm>
            <a:off x="913217" y="4344693"/>
            <a:ext cx="5031600" cy="4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2df6cfa4f99_0_396:notes"/>
          <p:cNvSpPr/>
          <p:nvPr>
            <p:ph idx="2" type="sldImg"/>
          </p:nvPr>
        </p:nvSpPr>
        <p:spPr>
          <a:xfrm>
            <a:off x="81626" y="687089"/>
            <a:ext cx="66981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cde18a5fc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cde18a5fc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d112dbbe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2d112dbbe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df6cfa4f9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df6cfa4f9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df6cfa4f9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df6cfa4f9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df6cfa4f9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2df6cfa4f9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df6cfa4f9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df6cfa4f9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df6cfa4f9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df6cfa4f9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df6cfa4f9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df6cfa4f9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df6cfa4f9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df6cfa4f9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74abca576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74abca576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74abca576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74abca576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74abca576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74abca576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74abca576c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74abca576c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74abca576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74abca576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74abca576c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74abca576c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 name="Shape 107"/>
        <p:cNvGrpSpPr/>
        <p:nvPr/>
      </p:nvGrpSpPr>
      <p:grpSpPr>
        <a:xfrm>
          <a:off x="0" y="0"/>
          <a:ext cx="0" cy="0"/>
          <a:chOff x="0" y="0"/>
          <a:chExt cx="0" cy="0"/>
        </a:xfrm>
      </p:grpSpPr>
      <p:sp>
        <p:nvSpPr>
          <p:cNvPr id="108" name="Google Shape;108;p25"/>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lvl1pPr lvl="0" rtl="0" algn="l">
              <a:spcBef>
                <a:spcPts val="0"/>
              </a:spcBef>
              <a:spcAft>
                <a:spcPts val="0"/>
              </a:spcAft>
              <a:buSzPts val="3600"/>
              <a:buNone/>
              <a:defRPr/>
            </a:lvl1pPr>
            <a:lvl2pPr lvl="1" rtl="0" algn="l">
              <a:spcBef>
                <a:spcPts val="0"/>
              </a:spcBef>
              <a:spcAft>
                <a:spcPts val="0"/>
              </a:spcAft>
              <a:buSzPts val="3600"/>
              <a:buNone/>
              <a:defRPr/>
            </a:lvl2pPr>
            <a:lvl3pPr lvl="2" rtl="0" algn="l">
              <a:spcBef>
                <a:spcPts val="0"/>
              </a:spcBef>
              <a:spcAft>
                <a:spcPts val="0"/>
              </a:spcAft>
              <a:buSzPts val="3600"/>
              <a:buNone/>
              <a:defRPr/>
            </a:lvl3pPr>
            <a:lvl4pPr lvl="3" rtl="0" algn="l">
              <a:spcBef>
                <a:spcPts val="0"/>
              </a:spcBef>
              <a:spcAft>
                <a:spcPts val="0"/>
              </a:spcAft>
              <a:buSzPts val="3600"/>
              <a:buNone/>
              <a:defRPr/>
            </a:lvl4pPr>
            <a:lvl5pPr lvl="4" rtl="0" algn="l">
              <a:spcBef>
                <a:spcPts val="0"/>
              </a:spcBef>
              <a:spcAft>
                <a:spcPts val="0"/>
              </a:spcAft>
              <a:buSzPts val="3600"/>
              <a:buNone/>
              <a:defRPr/>
            </a:lvl5pPr>
            <a:lvl6pPr lvl="5" rtl="0" algn="l">
              <a:spcBef>
                <a:spcPts val="0"/>
              </a:spcBef>
              <a:spcAft>
                <a:spcPts val="0"/>
              </a:spcAft>
              <a:buSzPts val="3600"/>
              <a:buNone/>
              <a:defRPr/>
            </a:lvl6pPr>
            <a:lvl7pPr lvl="6" rtl="0" algn="l">
              <a:spcBef>
                <a:spcPts val="0"/>
              </a:spcBef>
              <a:spcAft>
                <a:spcPts val="0"/>
              </a:spcAft>
              <a:buSzPts val="3600"/>
              <a:buNone/>
              <a:defRPr/>
            </a:lvl7pPr>
            <a:lvl8pPr lvl="7" rtl="0" algn="l">
              <a:spcBef>
                <a:spcPts val="0"/>
              </a:spcBef>
              <a:spcAft>
                <a:spcPts val="0"/>
              </a:spcAft>
              <a:buSzPts val="3600"/>
              <a:buNone/>
              <a:defRPr/>
            </a:lvl8pPr>
            <a:lvl9pPr lvl="8" rtl="0" algn="l">
              <a:spcBef>
                <a:spcPts val="0"/>
              </a:spcBef>
              <a:spcAft>
                <a:spcPts val="0"/>
              </a:spcAft>
              <a:buSzPts val="3600"/>
              <a:buNone/>
              <a:defRPr/>
            </a:lvl9pPr>
          </a:lstStyle>
          <a:p/>
        </p:txBody>
      </p:sp>
      <p:sp>
        <p:nvSpPr>
          <p:cNvPr id="109" name="Google Shape;109;p25"/>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lvl1pPr indent="-330200" lvl="0" marL="457200" rtl="0" algn="l">
              <a:spcBef>
                <a:spcPts val="300"/>
              </a:spcBef>
              <a:spcAft>
                <a:spcPts val="0"/>
              </a:spcAft>
              <a:buSzPts val="1600"/>
              <a:buChar char="●"/>
              <a:defRPr/>
            </a:lvl1pPr>
            <a:lvl2pPr indent="-330200" lvl="1" marL="914400" rtl="0" algn="l">
              <a:spcBef>
                <a:spcPts val="300"/>
              </a:spcBef>
              <a:spcAft>
                <a:spcPts val="0"/>
              </a:spcAft>
              <a:buSzPts val="1600"/>
              <a:buChar char="○"/>
              <a:defRPr/>
            </a:lvl2pPr>
            <a:lvl3pPr indent="-330200" lvl="2" marL="1371600" rtl="0" algn="l">
              <a:spcBef>
                <a:spcPts val="300"/>
              </a:spcBef>
              <a:spcAft>
                <a:spcPts val="0"/>
              </a:spcAft>
              <a:buSzPts val="1600"/>
              <a:buChar char="■"/>
              <a:defRPr/>
            </a:lvl3pPr>
            <a:lvl4pPr indent="-330200" lvl="3" marL="1828800" rtl="0" algn="l">
              <a:spcBef>
                <a:spcPts val="300"/>
              </a:spcBef>
              <a:spcAft>
                <a:spcPts val="0"/>
              </a:spcAft>
              <a:buSzPts val="1600"/>
              <a:buChar char="●"/>
              <a:defRPr/>
            </a:lvl4pPr>
            <a:lvl5pPr indent="-330200" lvl="4" marL="2286000" rtl="0" algn="l">
              <a:spcBef>
                <a:spcPts val="300"/>
              </a:spcBef>
              <a:spcAft>
                <a:spcPts val="0"/>
              </a:spcAft>
              <a:buSzPts val="1600"/>
              <a:buChar char="○"/>
              <a:defRPr/>
            </a:lvl5pPr>
            <a:lvl6pPr indent="-330200" lvl="5" marL="2743200" rtl="0" algn="l">
              <a:spcBef>
                <a:spcPts val="300"/>
              </a:spcBef>
              <a:spcAft>
                <a:spcPts val="0"/>
              </a:spcAft>
              <a:buSzPts val="1600"/>
              <a:buChar char="■"/>
              <a:defRPr/>
            </a:lvl6pPr>
            <a:lvl7pPr indent="-330200" lvl="6" marL="3200400" rtl="0" algn="l">
              <a:spcBef>
                <a:spcPts val="1200"/>
              </a:spcBef>
              <a:spcAft>
                <a:spcPts val="0"/>
              </a:spcAft>
              <a:buSzPts val="1600"/>
              <a:buChar char="●"/>
              <a:defRPr/>
            </a:lvl7pPr>
            <a:lvl8pPr indent="-330200" lvl="7" marL="3657600" rtl="0" algn="l">
              <a:spcBef>
                <a:spcPts val="1200"/>
              </a:spcBef>
              <a:spcAft>
                <a:spcPts val="0"/>
              </a:spcAft>
              <a:buSzPts val="1600"/>
              <a:buChar char="○"/>
              <a:defRPr/>
            </a:lvl8pPr>
            <a:lvl9pPr indent="-330200" lvl="8" marL="4114800" rtl="0" algn="l">
              <a:spcBef>
                <a:spcPts val="1200"/>
              </a:spcBef>
              <a:spcAft>
                <a:spcPts val="1200"/>
              </a:spcAft>
              <a:buSzPts val="1600"/>
              <a:buChar char="■"/>
              <a:defRPr/>
            </a:lvl9pPr>
          </a:lstStyle>
          <a:p/>
        </p:txBody>
      </p:sp>
      <p:sp>
        <p:nvSpPr>
          <p:cNvPr id="110" name="Google Shape;110;p25"/>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lvl1pPr indent="0" lvl="0"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1pPr>
            <a:lvl2pPr indent="0" lvl="1"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2pPr>
            <a:lvl3pPr indent="0" lvl="2"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3pPr>
            <a:lvl4pPr indent="0" lvl="3"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4pPr>
            <a:lvl5pPr indent="0" lvl="4"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5pPr>
            <a:lvl6pPr indent="0" lvl="5"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6pPr>
            <a:lvl7pPr indent="0" lvl="6"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7pPr>
            <a:lvl8pPr indent="0" lvl="7"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8pPr>
            <a:lvl9pPr indent="0" lvl="8" marL="0" marR="0" rtl="0" algn="ctr">
              <a:spcBef>
                <a:spcPts val="0"/>
              </a:spcBef>
              <a:spcAft>
                <a:spcPts val="0"/>
              </a:spcAft>
              <a:buNone/>
              <a:defRPr b="1" i="0" sz="1600" u="none" cap="none" strike="noStrike">
                <a:solidFill>
                  <a:srgbClr val="FFFFFF"/>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s"/>
              <a:t>‹#›</a:t>
            </a:fld>
            <a:endParaRPr/>
          </a:p>
        </p:txBody>
      </p:sp>
      <p:sp>
        <p:nvSpPr>
          <p:cNvPr id="111" name="Google Shape;111;p25"/>
          <p:cNvSpPr txBox="1"/>
          <p:nvPr>
            <p:ph idx="11" type="ftr"/>
          </p:nvPr>
        </p:nvSpPr>
        <p:spPr>
          <a:xfrm rot="-5400000">
            <a:off x="7882754" y="2990522"/>
            <a:ext cx="1775100" cy="366300"/>
          </a:xfrm>
          <a:prstGeom prst="rect">
            <a:avLst/>
          </a:prstGeom>
          <a:noFill/>
          <a:ln>
            <a:noFill/>
          </a:ln>
        </p:spPr>
        <p:txBody>
          <a:bodyPr anchorCtr="0" anchor="ctr" bIns="39550" lIns="79125" spcFirstLastPara="1" rIns="79125" wrap="square" tIns="39550">
            <a:noAutofit/>
          </a:bodyPr>
          <a:lstStyle>
            <a:lvl1pPr lvl="0" rtl="0" algn="r">
              <a:spcBef>
                <a:spcPts val="0"/>
              </a:spcBef>
              <a:spcAft>
                <a:spcPts val="0"/>
              </a:spcAft>
              <a:buSzPts val="1200"/>
              <a:buNone/>
              <a:defRPr sz="1200"/>
            </a:lvl1pPr>
            <a:lvl2pPr lvl="1" rtl="0" algn="l">
              <a:spcBef>
                <a:spcPts val="0"/>
              </a:spcBef>
              <a:spcAft>
                <a:spcPts val="0"/>
              </a:spcAft>
              <a:buSzPts val="1200"/>
              <a:buNone/>
              <a:defRPr sz="1200"/>
            </a:lvl2pPr>
            <a:lvl3pPr lvl="2" rtl="0" algn="l">
              <a:spcBef>
                <a:spcPts val="0"/>
              </a:spcBef>
              <a:spcAft>
                <a:spcPts val="0"/>
              </a:spcAft>
              <a:buSzPts val="1200"/>
              <a:buNone/>
              <a:defRPr sz="1200"/>
            </a:lvl3pPr>
            <a:lvl4pPr lvl="3" rtl="0" algn="l">
              <a:spcBef>
                <a:spcPts val="0"/>
              </a:spcBef>
              <a:spcAft>
                <a:spcPts val="0"/>
              </a:spcAft>
              <a:buSzPts val="1200"/>
              <a:buNone/>
              <a:defRPr sz="1200"/>
            </a:lvl4pPr>
            <a:lvl5pPr lvl="4" rtl="0" algn="l">
              <a:spcBef>
                <a:spcPts val="0"/>
              </a:spcBef>
              <a:spcAft>
                <a:spcPts val="0"/>
              </a:spcAft>
              <a:buSzPts val="1200"/>
              <a:buNone/>
              <a:defRPr sz="1200"/>
            </a:lvl5pPr>
            <a:lvl6pPr lvl="5" rtl="0" algn="l">
              <a:spcBef>
                <a:spcPts val="0"/>
              </a:spcBef>
              <a:spcAft>
                <a:spcPts val="0"/>
              </a:spcAft>
              <a:buSzPts val="1200"/>
              <a:buNone/>
              <a:defRPr sz="1200"/>
            </a:lvl6pPr>
            <a:lvl7pPr lvl="6" rtl="0" algn="l">
              <a:spcBef>
                <a:spcPts val="0"/>
              </a:spcBef>
              <a:spcAft>
                <a:spcPts val="0"/>
              </a:spcAft>
              <a:buSzPts val="1200"/>
              <a:buNone/>
              <a:defRPr sz="1200"/>
            </a:lvl7pPr>
            <a:lvl8pPr lvl="7" rtl="0" algn="l">
              <a:spcBef>
                <a:spcPts val="0"/>
              </a:spcBef>
              <a:spcAft>
                <a:spcPts val="0"/>
              </a:spcAft>
              <a:buSzPts val="1200"/>
              <a:buNone/>
              <a:defRPr sz="1200"/>
            </a:lvl8pPr>
            <a:lvl9pPr lvl="8" rtl="0" algn="l">
              <a:spcBef>
                <a:spcPts val="0"/>
              </a:spcBef>
              <a:spcAft>
                <a:spcPts val="0"/>
              </a:spcAft>
              <a:buSzPts val="1200"/>
              <a:buNone/>
              <a:defRPr sz="1200"/>
            </a:lvl9pPr>
          </a:lstStyle>
          <a:p/>
        </p:txBody>
      </p:sp>
      <p:sp>
        <p:nvSpPr>
          <p:cNvPr id="112" name="Google Shape;112;p25"/>
          <p:cNvSpPr txBox="1"/>
          <p:nvPr>
            <p:ph idx="10" type="dt"/>
          </p:nvPr>
        </p:nvSpPr>
        <p:spPr>
          <a:xfrm rot="-5400000">
            <a:off x="7855904" y="1188450"/>
            <a:ext cx="1828800" cy="366300"/>
          </a:xfrm>
          <a:prstGeom prst="rect">
            <a:avLst/>
          </a:prstGeom>
          <a:noFill/>
          <a:ln>
            <a:noFill/>
          </a:ln>
        </p:spPr>
        <p:txBody>
          <a:bodyPr anchorCtr="0" anchor="ctr" bIns="39550" lIns="79125" spcFirstLastPara="1" rIns="79125" wrap="square" tIns="39550">
            <a:noAutofit/>
          </a:bodyPr>
          <a:lstStyle>
            <a:lvl1pPr lvl="0" rtl="0" algn="l">
              <a:spcBef>
                <a:spcPts val="0"/>
              </a:spcBef>
              <a:spcAft>
                <a:spcPts val="0"/>
              </a:spcAft>
              <a:buSzPts val="1200"/>
              <a:buNone/>
              <a:defRPr sz="1200"/>
            </a:lvl1pPr>
            <a:lvl2pPr lvl="1" rtl="0" algn="l">
              <a:spcBef>
                <a:spcPts val="0"/>
              </a:spcBef>
              <a:spcAft>
                <a:spcPts val="0"/>
              </a:spcAft>
              <a:buSzPts val="1200"/>
              <a:buNone/>
              <a:defRPr sz="1200"/>
            </a:lvl2pPr>
            <a:lvl3pPr lvl="2" rtl="0" algn="l">
              <a:spcBef>
                <a:spcPts val="0"/>
              </a:spcBef>
              <a:spcAft>
                <a:spcPts val="0"/>
              </a:spcAft>
              <a:buSzPts val="1200"/>
              <a:buNone/>
              <a:defRPr sz="1200"/>
            </a:lvl3pPr>
            <a:lvl4pPr lvl="3" rtl="0" algn="l">
              <a:spcBef>
                <a:spcPts val="0"/>
              </a:spcBef>
              <a:spcAft>
                <a:spcPts val="0"/>
              </a:spcAft>
              <a:buSzPts val="1200"/>
              <a:buNone/>
              <a:defRPr sz="1200"/>
            </a:lvl4pPr>
            <a:lvl5pPr lvl="4" rtl="0" algn="l">
              <a:spcBef>
                <a:spcPts val="0"/>
              </a:spcBef>
              <a:spcAft>
                <a:spcPts val="0"/>
              </a:spcAft>
              <a:buSzPts val="1200"/>
              <a:buNone/>
              <a:defRPr sz="1200"/>
            </a:lvl5pPr>
            <a:lvl6pPr lvl="5" rtl="0" algn="l">
              <a:spcBef>
                <a:spcPts val="0"/>
              </a:spcBef>
              <a:spcAft>
                <a:spcPts val="0"/>
              </a:spcAft>
              <a:buSzPts val="1200"/>
              <a:buNone/>
              <a:defRPr sz="1200"/>
            </a:lvl6pPr>
            <a:lvl7pPr lvl="6" rtl="0" algn="l">
              <a:spcBef>
                <a:spcPts val="0"/>
              </a:spcBef>
              <a:spcAft>
                <a:spcPts val="0"/>
              </a:spcAft>
              <a:buSzPts val="1200"/>
              <a:buNone/>
              <a:defRPr sz="1200"/>
            </a:lvl7pPr>
            <a:lvl8pPr lvl="7" rtl="0" algn="l">
              <a:spcBef>
                <a:spcPts val="0"/>
              </a:spcBef>
              <a:spcAft>
                <a:spcPts val="0"/>
              </a:spcAft>
              <a:buSzPts val="1200"/>
              <a:buNone/>
              <a:defRPr sz="1200"/>
            </a:lvl8pPr>
            <a:lvl9pPr lvl="8" rtl="0" algn="l">
              <a:spcBef>
                <a:spcPts val="0"/>
              </a:spcBef>
              <a:spcAft>
                <a:spcPts val="0"/>
              </a:spcAft>
              <a:buSzPts val="1200"/>
              <a:buNone/>
              <a:defRPr sz="1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6"/>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lvl1pPr lvl="0" rtl="0" algn="l">
              <a:spcBef>
                <a:spcPts val="0"/>
              </a:spcBef>
              <a:spcAft>
                <a:spcPts val="0"/>
              </a:spcAft>
              <a:buSzPts val="3600"/>
              <a:buNone/>
              <a:defRPr/>
            </a:lvl1pPr>
            <a:lvl2pPr lvl="1" rtl="0" algn="l">
              <a:spcBef>
                <a:spcPts val="0"/>
              </a:spcBef>
              <a:spcAft>
                <a:spcPts val="0"/>
              </a:spcAft>
              <a:buSzPts val="3600"/>
              <a:buNone/>
              <a:defRPr/>
            </a:lvl2pPr>
            <a:lvl3pPr lvl="2" rtl="0" algn="l">
              <a:spcBef>
                <a:spcPts val="0"/>
              </a:spcBef>
              <a:spcAft>
                <a:spcPts val="0"/>
              </a:spcAft>
              <a:buSzPts val="3600"/>
              <a:buNone/>
              <a:defRPr/>
            </a:lvl3pPr>
            <a:lvl4pPr lvl="3" rtl="0" algn="l">
              <a:spcBef>
                <a:spcPts val="0"/>
              </a:spcBef>
              <a:spcAft>
                <a:spcPts val="0"/>
              </a:spcAft>
              <a:buSzPts val="3600"/>
              <a:buNone/>
              <a:defRPr/>
            </a:lvl4pPr>
            <a:lvl5pPr lvl="4" rtl="0" algn="l">
              <a:spcBef>
                <a:spcPts val="0"/>
              </a:spcBef>
              <a:spcAft>
                <a:spcPts val="0"/>
              </a:spcAft>
              <a:buSzPts val="3600"/>
              <a:buNone/>
              <a:defRPr/>
            </a:lvl5pPr>
            <a:lvl6pPr lvl="5" rtl="0" algn="l">
              <a:spcBef>
                <a:spcPts val="0"/>
              </a:spcBef>
              <a:spcAft>
                <a:spcPts val="0"/>
              </a:spcAft>
              <a:buSzPts val="3600"/>
              <a:buNone/>
              <a:defRPr/>
            </a:lvl6pPr>
            <a:lvl7pPr lvl="6" rtl="0" algn="l">
              <a:spcBef>
                <a:spcPts val="0"/>
              </a:spcBef>
              <a:spcAft>
                <a:spcPts val="0"/>
              </a:spcAft>
              <a:buSzPts val="3600"/>
              <a:buNone/>
              <a:defRPr/>
            </a:lvl7pPr>
            <a:lvl8pPr lvl="7" rtl="0" algn="l">
              <a:spcBef>
                <a:spcPts val="0"/>
              </a:spcBef>
              <a:spcAft>
                <a:spcPts val="0"/>
              </a:spcAft>
              <a:buSzPts val="3600"/>
              <a:buNone/>
              <a:defRPr/>
            </a:lvl8pPr>
            <a:lvl9pPr lvl="8" rtl="0" algn="l">
              <a:spcBef>
                <a:spcPts val="0"/>
              </a:spcBef>
              <a:spcAft>
                <a:spcPts val="0"/>
              </a:spcAft>
              <a:buSzPts val="3600"/>
              <a:buNone/>
              <a:defRPr/>
            </a:lvl9pPr>
          </a:lstStyle>
          <a:p/>
        </p:txBody>
      </p:sp>
      <p:sp>
        <p:nvSpPr>
          <p:cNvPr id="115" name="Google Shape;115;p26"/>
          <p:cNvSpPr txBox="1"/>
          <p:nvPr>
            <p:ph idx="1" type="body"/>
          </p:nvPr>
        </p:nvSpPr>
        <p:spPr>
          <a:xfrm>
            <a:off x="457200" y="1152144"/>
            <a:ext cx="3657600" cy="3442800"/>
          </a:xfrm>
          <a:prstGeom prst="rect">
            <a:avLst/>
          </a:prstGeom>
          <a:noFill/>
          <a:ln>
            <a:noFill/>
          </a:ln>
        </p:spPr>
        <p:txBody>
          <a:bodyPr anchorCtr="0" anchor="t" bIns="39550" lIns="79125" spcFirstLastPara="1" rIns="79125" wrap="square" tIns="39550">
            <a:normAutofit/>
          </a:bodyPr>
          <a:lstStyle>
            <a:lvl1pPr indent="-381000" lvl="0" marL="457200" rtl="0" algn="l">
              <a:spcBef>
                <a:spcPts val="500"/>
              </a:spcBef>
              <a:spcAft>
                <a:spcPts val="0"/>
              </a:spcAft>
              <a:buSzPts val="2400"/>
              <a:buChar char="●"/>
              <a:defRPr sz="2400"/>
            </a:lvl1pPr>
            <a:lvl2pPr indent="-361950" lvl="1" marL="914400" rtl="0" algn="l">
              <a:spcBef>
                <a:spcPts val="400"/>
              </a:spcBef>
              <a:spcAft>
                <a:spcPts val="0"/>
              </a:spcAft>
              <a:buSzPts val="2100"/>
              <a:buChar char="○"/>
              <a:defRPr sz="2100"/>
            </a:lvl2pPr>
            <a:lvl3pPr indent="-336550" lvl="2" marL="1371600" rtl="0" algn="l">
              <a:spcBef>
                <a:spcPts val="300"/>
              </a:spcBef>
              <a:spcAft>
                <a:spcPts val="0"/>
              </a:spcAft>
              <a:buSzPts val="1700"/>
              <a:buChar char="■"/>
              <a:defRPr sz="1700"/>
            </a:lvl3pPr>
            <a:lvl4pPr indent="-330200" lvl="3" marL="1828800" rtl="0" algn="l">
              <a:spcBef>
                <a:spcPts val="300"/>
              </a:spcBef>
              <a:spcAft>
                <a:spcPts val="0"/>
              </a:spcAft>
              <a:buSzPts val="1600"/>
              <a:buChar char="●"/>
              <a:defRPr sz="1600"/>
            </a:lvl4pPr>
            <a:lvl5pPr indent="-330200" lvl="4" marL="2286000" rtl="0" algn="l">
              <a:spcBef>
                <a:spcPts val="300"/>
              </a:spcBef>
              <a:spcAft>
                <a:spcPts val="0"/>
              </a:spcAft>
              <a:buSzPts val="1600"/>
              <a:buChar char="○"/>
              <a:defRPr sz="1600"/>
            </a:lvl5pPr>
            <a:lvl6pPr indent="-330200" lvl="5" marL="2743200" rtl="0" algn="l">
              <a:spcBef>
                <a:spcPts val="300"/>
              </a:spcBef>
              <a:spcAft>
                <a:spcPts val="0"/>
              </a:spcAft>
              <a:buSzPts val="1600"/>
              <a:buChar char="■"/>
              <a:defRPr sz="1600"/>
            </a:lvl6pPr>
            <a:lvl7pPr indent="-330200" lvl="6" marL="3200400" rtl="0" algn="l">
              <a:spcBef>
                <a:spcPts val="1200"/>
              </a:spcBef>
              <a:spcAft>
                <a:spcPts val="0"/>
              </a:spcAft>
              <a:buSzPts val="1600"/>
              <a:buChar char="●"/>
              <a:defRPr sz="1600"/>
            </a:lvl7pPr>
            <a:lvl8pPr indent="-330200" lvl="7" marL="3657600" rtl="0" algn="l">
              <a:spcBef>
                <a:spcPts val="1200"/>
              </a:spcBef>
              <a:spcAft>
                <a:spcPts val="0"/>
              </a:spcAft>
              <a:buSzPts val="1600"/>
              <a:buChar char="○"/>
              <a:defRPr sz="1600"/>
            </a:lvl8pPr>
            <a:lvl9pPr indent="-330200" lvl="8" marL="4114800" rtl="0" algn="l">
              <a:spcBef>
                <a:spcPts val="1200"/>
              </a:spcBef>
              <a:spcAft>
                <a:spcPts val="1200"/>
              </a:spcAft>
              <a:buSzPts val="1600"/>
              <a:buChar char="■"/>
              <a:defRPr sz="1600"/>
            </a:lvl9pPr>
          </a:lstStyle>
          <a:p/>
        </p:txBody>
      </p:sp>
      <p:sp>
        <p:nvSpPr>
          <p:cNvPr id="116" name="Google Shape;116;p26"/>
          <p:cNvSpPr txBox="1"/>
          <p:nvPr>
            <p:ph idx="2" type="body"/>
          </p:nvPr>
        </p:nvSpPr>
        <p:spPr>
          <a:xfrm>
            <a:off x="4419600" y="1152144"/>
            <a:ext cx="3657600" cy="3442800"/>
          </a:xfrm>
          <a:prstGeom prst="rect">
            <a:avLst/>
          </a:prstGeom>
          <a:noFill/>
          <a:ln>
            <a:noFill/>
          </a:ln>
        </p:spPr>
        <p:txBody>
          <a:bodyPr anchorCtr="0" anchor="t" bIns="39550" lIns="79125" spcFirstLastPara="1" rIns="79125" wrap="square" tIns="39550">
            <a:normAutofit/>
          </a:bodyPr>
          <a:lstStyle>
            <a:lvl1pPr indent="-381000" lvl="0" marL="457200" rtl="0" algn="l">
              <a:spcBef>
                <a:spcPts val="500"/>
              </a:spcBef>
              <a:spcAft>
                <a:spcPts val="0"/>
              </a:spcAft>
              <a:buSzPts val="2400"/>
              <a:buChar char="●"/>
              <a:defRPr sz="2400"/>
            </a:lvl1pPr>
            <a:lvl2pPr indent="-361950" lvl="1" marL="914400" rtl="0" algn="l">
              <a:spcBef>
                <a:spcPts val="400"/>
              </a:spcBef>
              <a:spcAft>
                <a:spcPts val="0"/>
              </a:spcAft>
              <a:buSzPts val="2100"/>
              <a:buChar char="○"/>
              <a:defRPr sz="2100"/>
            </a:lvl2pPr>
            <a:lvl3pPr indent="-336550" lvl="2" marL="1371600" rtl="0" algn="l">
              <a:spcBef>
                <a:spcPts val="300"/>
              </a:spcBef>
              <a:spcAft>
                <a:spcPts val="0"/>
              </a:spcAft>
              <a:buSzPts val="1700"/>
              <a:buChar char="■"/>
              <a:defRPr sz="1700"/>
            </a:lvl3pPr>
            <a:lvl4pPr indent="-330200" lvl="3" marL="1828800" rtl="0" algn="l">
              <a:spcBef>
                <a:spcPts val="300"/>
              </a:spcBef>
              <a:spcAft>
                <a:spcPts val="0"/>
              </a:spcAft>
              <a:buSzPts val="1600"/>
              <a:buChar char="●"/>
              <a:defRPr sz="1600"/>
            </a:lvl4pPr>
            <a:lvl5pPr indent="-330200" lvl="4" marL="2286000" rtl="0" algn="l">
              <a:spcBef>
                <a:spcPts val="300"/>
              </a:spcBef>
              <a:spcAft>
                <a:spcPts val="0"/>
              </a:spcAft>
              <a:buSzPts val="1600"/>
              <a:buChar char="○"/>
              <a:defRPr sz="1600"/>
            </a:lvl5pPr>
            <a:lvl6pPr indent="-330200" lvl="5" marL="2743200" rtl="0" algn="l">
              <a:spcBef>
                <a:spcPts val="300"/>
              </a:spcBef>
              <a:spcAft>
                <a:spcPts val="0"/>
              </a:spcAft>
              <a:buSzPts val="1600"/>
              <a:buChar char="■"/>
              <a:defRPr sz="1600"/>
            </a:lvl6pPr>
            <a:lvl7pPr indent="-330200" lvl="6" marL="3200400" rtl="0" algn="l">
              <a:spcBef>
                <a:spcPts val="1200"/>
              </a:spcBef>
              <a:spcAft>
                <a:spcPts val="0"/>
              </a:spcAft>
              <a:buSzPts val="1600"/>
              <a:buChar char="●"/>
              <a:defRPr sz="1600"/>
            </a:lvl7pPr>
            <a:lvl8pPr indent="-330200" lvl="7" marL="3657600" rtl="0" algn="l">
              <a:spcBef>
                <a:spcPts val="1200"/>
              </a:spcBef>
              <a:spcAft>
                <a:spcPts val="0"/>
              </a:spcAft>
              <a:buSzPts val="1600"/>
              <a:buChar char="○"/>
              <a:defRPr sz="1600"/>
            </a:lvl8pPr>
            <a:lvl9pPr indent="-330200" lvl="8" marL="4114800" rtl="0" algn="l">
              <a:spcBef>
                <a:spcPts val="1200"/>
              </a:spcBef>
              <a:spcAft>
                <a:spcPts val="1200"/>
              </a:spcAft>
              <a:buSzPts val="1600"/>
              <a:buChar char="■"/>
              <a:defRPr sz="1600"/>
            </a:lvl9pPr>
          </a:lstStyle>
          <a:p/>
        </p:txBody>
      </p:sp>
      <p:sp>
        <p:nvSpPr>
          <p:cNvPr id="117" name="Google Shape;117;p26"/>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lvl1pPr indent="0" lvl="0" marL="0" marR="0" rtl="0" algn="ctr">
              <a:spcBef>
                <a:spcPts val="0"/>
              </a:spcBef>
              <a:spcAft>
                <a:spcPts val="0"/>
              </a:spcAft>
              <a:buNone/>
              <a:defRPr b="1" sz="1600">
                <a:solidFill>
                  <a:srgbClr val="FFFFFF"/>
                </a:solidFill>
                <a:latin typeface="Comic Sans MS"/>
                <a:ea typeface="Comic Sans MS"/>
                <a:cs typeface="Comic Sans MS"/>
                <a:sym typeface="Comic Sans MS"/>
              </a:defRPr>
            </a:lvl1pPr>
            <a:lvl2pPr indent="0" lvl="1" marL="0" marR="0" rtl="0" algn="ctr">
              <a:spcBef>
                <a:spcPts val="0"/>
              </a:spcBef>
              <a:spcAft>
                <a:spcPts val="0"/>
              </a:spcAft>
              <a:buNone/>
              <a:defRPr b="1" sz="1600">
                <a:solidFill>
                  <a:srgbClr val="FFFFFF"/>
                </a:solidFill>
                <a:latin typeface="Comic Sans MS"/>
                <a:ea typeface="Comic Sans MS"/>
                <a:cs typeface="Comic Sans MS"/>
                <a:sym typeface="Comic Sans MS"/>
              </a:defRPr>
            </a:lvl2pPr>
            <a:lvl3pPr indent="0" lvl="2" marL="0" marR="0" rtl="0" algn="ctr">
              <a:spcBef>
                <a:spcPts val="0"/>
              </a:spcBef>
              <a:spcAft>
                <a:spcPts val="0"/>
              </a:spcAft>
              <a:buNone/>
              <a:defRPr b="1" sz="1600">
                <a:solidFill>
                  <a:srgbClr val="FFFFFF"/>
                </a:solidFill>
                <a:latin typeface="Comic Sans MS"/>
                <a:ea typeface="Comic Sans MS"/>
                <a:cs typeface="Comic Sans MS"/>
                <a:sym typeface="Comic Sans MS"/>
              </a:defRPr>
            </a:lvl3pPr>
            <a:lvl4pPr indent="0" lvl="3" marL="0" marR="0" rtl="0" algn="ctr">
              <a:spcBef>
                <a:spcPts val="0"/>
              </a:spcBef>
              <a:spcAft>
                <a:spcPts val="0"/>
              </a:spcAft>
              <a:buNone/>
              <a:defRPr b="1" sz="1600">
                <a:solidFill>
                  <a:srgbClr val="FFFFFF"/>
                </a:solidFill>
                <a:latin typeface="Comic Sans MS"/>
                <a:ea typeface="Comic Sans MS"/>
                <a:cs typeface="Comic Sans MS"/>
                <a:sym typeface="Comic Sans MS"/>
              </a:defRPr>
            </a:lvl4pPr>
            <a:lvl5pPr indent="0" lvl="4" marL="0" marR="0" rtl="0" algn="ctr">
              <a:spcBef>
                <a:spcPts val="0"/>
              </a:spcBef>
              <a:spcAft>
                <a:spcPts val="0"/>
              </a:spcAft>
              <a:buNone/>
              <a:defRPr b="1" sz="1600">
                <a:solidFill>
                  <a:srgbClr val="FFFFFF"/>
                </a:solidFill>
                <a:latin typeface="Comic Sans MS"/>
                <a:ea typeface="Comic Sans MS"/>
                <a:cs typeface="Comic Sans MS"/>
                <a:sym typeface="Comic Sans MS"/>
              </a:defRPr>
            </a:lvl5pPr>
            <a:lvl6pPr indent="0" lvl="5" marL="0" marR="0" rtl="0" algn="ctr">
              <a:spcBef>
                <a:spcPts val="0"/>
              </a:spcBef>
              <a:spcAft>
                <a:spcPts val="0"/>
              </a:spcAft>
              <a:buNone/>
              <a:defRPr b="1" sz="1600">
                <a:solidFill>
                  <a:srgbClr val="FFFFFF"/>
                </a:solidFill>
                <a:latin typeface="Comic Sans MS"/>
                <a:ea typeface="Comic Sans MS"/>
                <a:cs typeface="Comic Sans MS"/>
                <a:sym typeface="Comic Sans MS"/>
              </a:defRPr>
            </a:lvl6pPr>
            <a:lvl7pPr indent="0" lvl="6" marL="0" marR="0" rtl="0" algn="ctr">
              <a:spcBef>
                <a:spcPts val="0"/>
              </a:spcBef>
              <a:spcAft>
                <a:spcPts val="0"/>
              </a:spcAft>
              <a:buNone/>
              <a:defRPr b="1" sz="1600">
                <a:solidFill>
                  <a:srgbClr val="FFFFFF"/>
                </a:solidFill>
                <a:latin typeface="Comic Sans MS"/>
                <a:ea typeface="Comic Sans MS"/>
                <a:cs typeface="Comic Sans MS"/>
                <a:sym typeface="Comic Sans MS"/>
              </a:defRPr>
            </a:lvl7pPr>
            <a:lvl8pPr indent="0" lvl="7" marL="0" marR="0" rtl="0" algn="ctr">
              <a:spcBef>
                <a:spcPts val="0"/>
              </a:spcBef>
              <a:spcAft>
                <a:spcPts val="0"/>
              </a:spcAft>
              <a:buNone/>
              <a:defRPr b="1" sz="1600">
                <a:solidFill>
                  <a:srgbClr val="FFFFFF"/>
                </a:solidFill>
                <a:latin typeface="Comic Sans MS"/>
                <a:ea typeface="Comic Sans MS"/>
                <a:cs typeface="Comic Sans MS"/>
                <a:sym typeface="Comic Sans MS"/>
              </a:defRPr>
            </a:lvl8pPr>
            <a:lvl9pPr indent="0" lvl="8" marL="0" marR="0" rtl="0" algn="ctr">
              <a:spcBef>
                <a:spcPts val="0"/>
              </a:spcBef>
              <a:spcAft>
                <a:spcPts val="0"/>
              </a:spcAft>
              <a:buNone/>
              <a:defRPr b="1" sz="1600">
                <a:solidFill>
                  <a:srgbClr val="FFFFFF"/>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s"/>
              <a:t>‹#›</a:t>
            </a:fld>
            <a:endParaRPr/>
          </a:p>
        </p:txBody>
      </p:sp>
      <p:sp>
        <p:nvSpPr>
          <p:cNvPr id="118" name="Google Shape;118;p26"/>
          <p:cNvSpPr txBox="1"/>
          <p:nvPr>
            <p:ph idx="11" type="ftr"/>
          </p:nvPr>
        </p:nvSpPr>
        <p:spPr>
          <a:xfrm rot="-5400000">
            <a:off x="7882754" y="2990522"/>
            <a:ext cx="1775100" cy="366300"/>
          </a:xfrm>
          <a:prstGeom prst="rect">
            <a:avLst/>
          </a:prstGeom>
          <a:noFill/>
          <a:ln>
            <a:noFill/>
          </a:ln>
        </p:spPr>
        <p:txBody>
          <a:bodyPr anchorCtr="0" anchor="ctr" bIns="39550" lIns="79125" spcFirstLastPara="1" rIns="79125" wrap="square" tIns="39550">
            <a:noAutofit/>
          </a:bodyPr>
          <a:lstStyle>
            <a:lvl1pPr lvl="0" rtl="0" algn="r">
              <a:spcBef>
                <a:spcPts val="0"/>
              </a:spcBef>
              <a:spcAft>
                <a:spcPts val="0"/>
              </a:spcAft>
              <a:buSzPts val="1200"/>
              <a:buNone/>
              <a:defRPr sz="1200"/>
            </a:lvl1pPr>
            <a:lvl2pPr lvl="1" rtl="0" algn="l">
              <a:spcBef>
                <a:spcPts val="0"/>
              </a:spcBef>
              <a:spcAft>
                <a:spcPts val="0"/>
              </a:spcAft>
              <a:buSzPts val="1200"/>
              <a:buNone/>
              <a:defRPr sz="1200"/>
            </a:lvl2pPr>
            <a:lvl3pPr lvl="2" rtl="0" algn="l">
              <a:spcBef>
                <a:spcPts val="0"/>
              </a:spcBef>
              <a:spcAft>
                <a:spcPts val="0"/>
              </a:spcAft>
              <a:buSzPts val="1200"/>
              <a:buNone/>
              <a:defRPr sz="1200"/>
            </a:lvl3pPr>
            <a:lvl4pPr lvl="3" rtl="0" algn="l">
              <a:spcBef>
                <a:spcPts val="0"/>
              </a:spcBef>
              <a:spcAft>
                <a:spcPts val="0"/>
              </a:spcAft>
              <a:buSzPts val="1200"/>
              <a:buNone/>
              <a:defRPr sz="1200"/>
            </a:lvl4pPr>
            <a:lvl5pPr lvl="4" rtl="0" algn="l">
              <a:spcBef>
                <a:spcPts val="0"/>
              </a:spcBef>
              <a:spcAft>
                <a:spcPts val="0"/>
              </a:spcAft>
              <a:buSzPts val="1200"/>
              <a:buNone/>
              <a:defRPr sz="1200"/>
            </a:lvl5pPr>
            <a:lvl6pPr lvl="5" rtl="0" algn="l">
              <a:spcBef>
                <a:spcPts val="0"/>
              </a:spcBef>
              <a:spcAft>
                <a:spcPts val="0"/>
              </a:spcAft>
              <a:buSzPts val="1200"/>
              <a:buNone/>
              <a:defRPr sz="1200"/>
            </a:lvl6pPr>
            <a:lvl7pPr lvl="6" rtl="0" algn="l">
              <a:spcBef>
                <a:spcPts val="0"/>
              </a:spcBef>
              <a:spcAft>
                <a:spcPts val="0"/>
              </a:spcAft>
              <a:buSzPts val="1200"/>
              <a:buNone/>
              <a:defRPr sz="1200"/>
            </a:lvl7pPr>
            <a:lvl8pPr lvl="7" rtl="0" algn="l">
              <a:spcBef>
                <a:spcPts val="0"/>
              </a:spcBef>
              <a:spcAft>
                <a:spcPts val="0"/>
              </a:spcAft>
              <a:buSzPts val="1200"/>
              <a:buNone/>
              <a:defRPr sz="1200"/>
            </a:lvl8pPr>
            <a:lvl9pPr lvl="8" rtl="0" algn="l">
              <a:spcBef>
                <a:spcPts val="0"/>
              </a:spcBef>
              <a:spcAft>
                <a:spcPts val="0"/>
              </a:spcAft>
              <a:buSzPts val="1200"/>
              <a:buNone/>
              <a:defRPr sz="1200"/>
            </a:lvl9pPr>
          </a:lstStyle>
          <a:p/>
        </p:txBody>
      </p:sp>
      <p:sp>
        <p:nvSpPr>
          <p:cNvPr id="119" name="Google Shape;119;p26"/>
          <p:cNvSpPr txBox="1"/>
          <p:nvPr>
            <p:ph idx="10" type="dt"/>
          </p:nvPr>
        </p:nvSpPr>
        <p:spPr>
          <a:xfrm rot="-5400000">
            <a:off x="7855904" y="1188450"/>
            <a:ext cx="1828800" cy="366300"/>
          </a:xfrm>
          <a:prstGeom prst="rect">
            <a:avLst/>
          </a:prstGeom>
          <a:noFill/>
          <a:ln>
            <a:noFill/>
          </a:ln>
        </p:spPr>
        <p:txBody>
          <a:bodyPr anchorCtr="0" anchor="ctr" bIns="39550" lIns="79125" spcFirstLastPara="1" rIns="79125" wrap="square" tIns="39550">
            <a:noAutofit/>
          </a:bodyPr>
          <a:lstStyle>
            <a:lvl1pPr lvl="0" rtl="0" algn="l">
              <a:spcBef>
                <a:spcPts val="0"/>
              </a:spcBef>
              <a:spcAft>
                <a:spcPts val="0"/>
              </a:spcAft>
              <a:buSzPts val="1200"/>
              <a:buNone/>
              <a:defRPr sz="1200"/>
            </a:lvl1pPr>
            <a:lvl2pPr lvl="1" rtl="0" algn="l">
              <a:spcBef>
                <a:spcPts val="0"/>
              </a:spcBef>
              <a:spcAft>
                <a:spcPts val="0"/>
              </a:spcAft>
              <a:buSzPts val="1200"/>
              <a:buNone/>
              <a:defRPr sz="1200"/>
            </a:lvl2pPr>
            <a:lvl3pPr lvl="2" rtl="0" algn="l">
              <a:spcBef>
                <a:spcPts val="0"/>
              </a:spcBef>
              <a:spcAft>
                <a:spcPts val="0"/>
              </a:spcAft>
              <a:buSzPts val="1200"/>
              <a:buNone/>
              <a:defRPr sz="1200"/>
            </a:lvl3pPr>
            <a:lvl4pPr lvl="3" rtl="0" algn="l">
              <a:spcBef>
                <a:spcPts val="0"/>
              </a:spcBef>
              <a:spcAft>
                <a:spcPts val="0"/>
              </a:spcAft>
              <a:buSzPts val="1200"/>
              <a:buNone/>
              <a:defRPr sz="1200"/>
            </a:lvl4pPr>
            <a:lvl5pPr lvl="4" rtl="0" algn="l">
              <a:spcBef>
                <a:spcPts val="0"/>
              </a:spcBef>
              <a:spcAft>
                <a:spcPts val="0"/>
              </a:spcAft>
              <a:buSzPts val="1200"/>
              <a:buNone/>
              <a:defRPr sz="1200"/>
            </a:lvl5pPr>
            <a:lvl6pPr lvl="5" rtl="0" algn="l">
              <a:spcBef>
                <a:spcPts val="0"/>
              </a:spcBef>
              <a:spcAft>
                <a:spcPts val="0"/>
              </a:spcAft>
              <a:buSzPts val="1200"/>
              <a:buNone/>
              <a:defRPr sz="1200"/>
            </a:lvl6pPr>
            <a:lvl7pPr lvl="6" rtl="0" algn="l">
              <a:spcBef>
                <a:spcPts val="0"/>
              </a:spcBef>
              <a:spcAft>
                <a:spcPts val="0"/>
              </a:spcAft>
              <a:buSzPts val="1200"/>
              <a:buNone/>
              <a:defRPr sz="1200"/>
            </a:lvl7pPr>
            <a:lvl8pPr lvl="7" rtl="0" algn="l">
              <a:spcBef>
                <a:spcPts val="0"/>
              </a:spcBef>
              <a:spcAft>
                <a:spcPts val="0"/>
              </a:spcAft>
              <a:buSzPts val="1200"/>
              <a:buNone/>
              <a:defRPr sz="1200"/>
            </a:lvl8pPr>
            <a:lvl9pPr lvl="8" rtl="0" algn="l">
              <a:spcBef>
                <a:spcPts val="0"/>
              </a:spcBef>
              <a:spcAft>
                <a:spcPts val="0"/>
              </a:spcAft>
              <a:buSzPts val="1200"/>
              <a:buNone/>
              <a:defRPr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27.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hyperlink" Target="https://www.joelonsoftware.com/2000/08/09/the-joel-test-12-steps-to-better-cod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hyperlink" Target="https://docs.google.com/document/d/1MzDxT9zxJuj_tHN-krGM0Lz8_pytTv9G/edit?usp=sharing&amp;ouid=101594201986928375846&amp;rtpof=true&amp;sd=true" TargetMode="Externa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rPr lang="es"/>
              <a:t>Gestión de la configuración</a:t>
            </a:r>
            <a:endParaRPr/>
          </a:p>
        </p:txBody>
      </p:sp>
      <p:sp>
        <p:nvSpPr>
          <p:cNvPr id="125" name="Google Shape;125;p27"/>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INFO 248</a:t>
            </a:r>
            <a:endParaRPr/>
          </a:p>
        </p:txBody>
      </p:sp>
      <p:sp>
        <p:nvSpPr>
          <p:cNvPr id="126" name="Google Shape;126;p27"/>
          <p:cNvSpPr txBox="1"/>
          <p:nvPr>
            <p:ph idx="1" type="subTitle"/>
          </p:nvPr>
        </p:nvSpPr>
        <p:spPr>
          <a:xfrm>
            <a:off x="505275" y="4350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Dra. Valeria Henríquez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¿Que es la gestión de la configuración?</a:t>
            </a:r>
            <a:endParaRPr/>
          </a:p>
        </p:txBody>
      </p:sp>
      <p:sp>
        <p:nvSpPr>
          <p:cNvPr id="132" name="Google Shape;132;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Los sistemas de software siempre cambian durante su desarrollo y uso. Se descubren bugs y éstos deben corregirse. Los requerimientos del sistema cambian, y es necesario implementar dichos cambios en una nueva versión del sistema. Se dispone de nuevas versiones de hardware y plataformas de sistema, por lo que hay que adaptar los sistemas para que funcionen con ellos. </a:t>
            </a:r>
            <a:endParaRPr/>
          </a:p>
          <a:p>
            <a:pPr indent="0" lvl="0" marL="0" rtl="0" algn="l">
              <a:spcBef>
                <a:spcPts val="1200"/>
              </a:spcBef>
              <a:spcAft>
                <a:spcPts val="0"/>
              </a:spcAft>
              <a:buNone/>
            </a:pPr>
            <a:r>
              <a:rPr lang="es"/>
              <a:t>La administración de la configuración (CM, por las siglas de configuration management) se ocupa de las </a:t>
            </a:r>
            <a:r>
              <a:rPr b="1" lang="es"/>
              <a:t>políticas, los procesos y las herramientas para administrar los sistemas cambiantes de software</a:t>
            </a:r>
            <a:r>
              <a:rPr lang="es"/>
              <a:t>.</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 Cuatro actividades</a:t>
            </a:r>
            <a:endParaRPr/>
          </a:p>
        </p:txBody>
      </p:sp>
      <p:sp>
        <p:nvSpPr>
          <p:cNvPr id="138" name="Google Shape;138;p29"/>
          <p:cNvSpPr txBox="1"/>
          <p:nvPr>
            <p:ph idx="1" type="body"/>
          </p:nvPr>
        </p:nvSpPr>
        <p:spPr>
          <a:xfrm>
            <a:off x="311700" y="1107825"/>
            <a:ext cx="8520600" cy="3831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b="1" lang="es"/>
              <a:t>Administración del cambio.</a:t>
            </a:r>
            <a:r>
              <a:rPr lang="es"/>
              <a:t> Esto implica hacer un </a:t>
            </a:r>
            <a:r>
              <a:rPr b="1" lang="es"/>
              <a:t>seguimiento de las peticiones de cambios</a:t>
            </a:r>
            <a:r>
              <a:rPr lang="es"/>
              <a:t> al software por parte de clientes y desarrolladores, estimar los costos y el efecto de realizar dichos cambios, y decidir si deben implementarse los cambios y cuándo. </a:t>
            </a:r>
            <a:endParaRPr/>
          </a:p>
          <a:p>
            <a:pPr indent="-342900" lvl="0" marL="457200" rtl="0" algn="l">
              <a:spcBef>
                <a:spcPts val="0"/>
              </a:spcBef>
              <a:spcAft>
                <a:spcPts val="0"/>
              </a:spcAft>
              <a:buSzPts val="1800"/>
              <a:buAutoNum type="arabicPeriod"/>
            </a:pPr>
            <a:r>
              <a:rPr b="1" lang="es"/>
              <a:t>Gestión de versiones.</a:t>
            </a:r>
            <a:r>
              <a:rPr lang="es"/>
              <a:t> Esto incluye hacer un s</a:t>
            </a:r>
            <a:r>
              <a:rPr b="1" lang="es"/>
              <a:t>eguimiento de las numerosas versiones de los componentes del sistema </a:t>
            </a:r>
            <a:r>
              <a:rPr lang="es"/>
              <a:t>y garantizar que los cambios hechos por diferentes desarrolladores a los componentes no interfieran entre sí. </a:t>
            </a:r>
            <a:endParaRPr/>
          </a:p>
          <a:p>
            <a:pPr indent="-342900" lvl="0" marL="457200" rtl="0" algn="l">
              <a:spcBef>
                <a:spcPts val="0"/>
              </a:spcBef>
              <a:spcAft>
                <a:spcPts val="0"/>
              </a:spcAft>
              <a:buSzPts val="1800"/>
              <a:buAutoNum type="arabicPeriod"/>
            </a:pPr>
            <a:r>
              <a:rPr b="1" lang="es"/>
              <a:t>Construcción del sistema.</a:t>
            </a:r>
            <a:r>
              <a:rPr lang="es"/>
              <a:t> Éste es el proceso de </a:t>
            </a:r>
            <a:r>
              <a:rPr b="1" lang="es"/>
              <a:t>ensamblar los componentes del programa,</a:t>
            </a:r>
            <a:r>
              <a:rPr lang="es"/>
              <a:t> datos y librerías, y luego compilarlos y vincularlos para crear un sistema ejecutable.</a:t>
            </a:r>
            <a:endParaRPr/>
          </a:p>
          <a:p>
            <a:pPr indent="-342900" lvl="0" marL="457200" rtl="0" algn="l">
              <a:spcBef>
                <a:spcPts val="0"/>
              </a:spcBef>
              <a:spcAft>
                <a:spcPts val="0"/>
              </a:spcAft>
              <a:buSzPts val="1800"/>
              <a:buAutoNum type="arabicPeriod"/>
            </a:pPr>
            <a:r>
              <a:rPr b="1" lang="es"/>
              <a:t>Gestión de entregas (release).</a:t>
            </a:r>
            <a:r>
              <a:rPr lang="es"/>
              <a:t> Esto implica </a:t>
            </a:r>
            <a:r>
              <a:rPr b="1" lang="es"/>
              <a:t>preparar el software para la entrega externa</a:t>
            </a:r>
            <a:r>
              <a:rPr lang="es"/>
              <a:t> y hacer un seguimiento de las versiones del sistema que se entregaron para uso del cliente.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4" name="Google Shape;144;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30"/>
          <p:cNvPicPr preferRelativeResize="0"/>
          <p:nvPr/>
        </p:nvPicPr>
        <p:blipFill>
          <a:blip r:embed="rId3">
            <a:alphaModFix/>
          </a:blip>
          <a:stretch>
            <a:fillRect/>
          </a:stretch>
        </p:blipFill>
        <p:spPr>
          <a:xfrm>
            <a:off x="357688" y="445025"/>
            <a:ext cx="8474625" cy="46010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1"/>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Gestión de la configuración tradicional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2"/>
          <p:cNvSpPr/>
          <p:nvPr>
            <p:ph idx="12" type="sldNum"/>
          </p:nvPr>
        </p:nvSpPr>
        <p:spPr>
          <a:xfrm>
            <a:off x="8472458" y="4663217"/>
            <a:ext cx="548700" cy="393600"/>
          </a:xfrm>
          <a:prstGeom prst="bracketPair">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s"/>
              <a:t>‹#›</a:t>
            </a:fld>
            <a:endParaRPr/>
          </a:p>
        </p:txBody>
      </p:sp>
      <p:sp>
        <p:nvSpPr>
          <p:cNvPr id="156" name="Google Shape;156;p32"/>
          <p:cNvSpPr txBox="1"/>
          <p:nvPr>
            <p:ph type="title"/>
          </p:nvPr>
        </p:nvSpPr>
        <p:spPr>
          <a:xfrm>
            <a:off x="311700" y="445025"/>
            <a:ext cx="8520600" cy="70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4000">
                <a:latin typeface="Cambria"/>
                <a:ea typeface="Cambria"/>
                <a:cs typeface="Cambria"/>
                <a:sym typeface="Cambria"/>
              </a:rPr>
              <a:t>Gestión de Configuración</a:t>
            </a:r>
            <a:endParaRPr/>
          </a:p>
        </p:txBody>
      </p:sp>
      <p:graphicFrame>
        <p:nvGraphicFramePr>
          <p:cNvPr id="157" name="Google Shape;157;p32"/>
          <p:cNvGraphicFramePr/>
          <p:nvPr/>
        </p:nvGraphicFramePr>
        <p:xfrm>
          <a:off x="377607" y="1990287"/>
          <a:ext cx="3000000" cy="3000000"/>
        </p:xfrm>
        <a:graphic>
          <a:graphicData uri="http://schemas.openxmlformats.org/drawingml/2006/table">
            <a:tbl>
              <a:tblPr>
                <a:noFill/>
                <a:tableStyleId>{8F63C125-6FD5-424D-B4B2-31E6C9F7E34F}</a:tableStyleId>
              </a:tblPr>
              <a:tblGrid>
                <a:gridCol w="1822975"/>
                <a:gridCol w="3956575"/>
                <a:gridCol w="1992850"/>
              </a:tblGrid>
              <a:tr h="363075">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Identificador</a:t>
                      </a:r>
                      <a:endParaRPr b="1" i="0" sz="14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Modificación</a:t>
                      </a:r>
                      <a:endParaRPr b="1" i="0" sz="14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Petición Cambio</a:t>
                      </a:r>
                      <a:endParaRPr b="1" i="0" sz="14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9075">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PGCS 2021 v1</a:t>
                      </a:r>
                      <a:endParaRPr b="0" i="0" sz="15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Entrega Inicial</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1</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6075">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PGCS 2021 v2</a:t>
                      </a:r>
                      <a:endParaRPr b="0" i="0" sz="15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Modificación transparencias 8, 9, y 15 (descripción del cambio)</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2</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6075">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PGCS 2021 v3</a:t>
                      </a:r>
                      <a:endParaRPr b="0" i="0" sz="15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Actualización de las transparencias 17 y 22 (diagramas)</a:t>
                      </a:r>
                      <a:endParaRPr sz="1100"/>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6</a:t>
                      </a:r>
                      <a:endParaRPr sz="1100"/>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7100">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1_GCS_2022_v1</a:t>
                      </a:r>
                      <a:endParaRPr sz="1100"/>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Curso 22/23</a:t>
                      </a:r>
                      <a:endParaRPr sz="1100"/>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10</a:t>
                      </a:r>
                      <a:endParaRPr sz="1100"/>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7175">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1_GCS_2023_v1</a:t>
                      </a:r>
                      <a:endParaRPr sz="1100"/>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Transparencia 6, ejemplo de etiquetado</a:t>
                      </a:r>
                      <a:endParaRPr sz="1100"/>
                    </a:p>
                    <a:p>
                      <a:pPr indent="0" lvl="0" marL="0" marR="0" rtl="0" algn="l">
                        <a:lnSpc>
                          <a:spcPct val="100000"/>
                        </a:lnSpc>
                        <a:spcBef>
                          <a:spcPts val="200"/>
                        </a:spcBef>
                        <a:spcAft>
                          <a:spcPts val="0"/>
                        </a:spcAft>
                        <a:buClr>
                          <a:schemeClr val="accent1"/>
                        </a:buClr>
                        <a:buSzPts val="1500"/>
                        <a:buFont typeface="Arial"/>
                        <a:buNone/>
                      </a:pPr>
                      <a:r>
                        <a:rPr b="0" i="0" lang="es" sz="1500" u="none" cap="none" strike="noStrike">
                          <a:latin typeface="Calibri"/>
                          <a:ea typeface="Calibri"/>
                          <a:cs typeface="Calibri"/>
                          <a:sym typeface="Calibri"/>
                        </a:rPr>
                        <a:t>Transparencia 8, 9 y 11</a:t>
                      </a:r>
                      <a:endParaRPr sz="1100"/>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15</a:t>
                      </a:r>
                      <a:endParaRPr sz="1100"/>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3"/>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165" name="Google Shape;165;p33"/>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Gestión de Configuración Software (GCS): Problemas</a:t>
            </a:r>
            <a:endParaRPr>
              <a:latin typeface="Cambria"/>
              <a:ea typeface="Cambria"/>
              <a:cs typeface="Cambria"/>
              <a:sym typeface="Cambria"/>
            </a:endParaRPr>
          </a:p>
        </p:txBody>
      </p:sp>
      <p:sp>
        <p:nvSpPr>
          <p:cNvPr id="166" name="Google Shape;166;p33"/>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190500" lvl="0" marL="292100" rtl="0" algn="l">
              <a:lnSpc>
                <a:spcPct val="150000"/>
              </a:lnSpc>
              <a:spcBef>
                <a:spcPts val="0"/>
              </a:spcBef>
              <a:spcAft>
                <a:spcPts val="0"/>
              </a:spcAft>
              <a:buSzPts val="2800"/>
              <a:buChar char="●"/>
            </a:pPr>
            <a:r>
              <a:rPr lang="es" sz="2800">
                <a:latin typeface="Calibri"/>
                <a:ea typeface="Calibri"/>
                <a:cs typeface="Calibri"/>
                <a:sym typeface="Calibri"/>
              </a:rPr>
              <a:t>Controlar cambios</a:t>
            </a:r>
            <a:endParaRPr/>
          </a:p>
          <a:p>
            <a:pPr indent="-190500" lvl="0" marL="292100" rtl="0" algn="l">
              <a:lnSpc>
                <a:spcPct val="150000"/>
              </a:lnSpc>
              <a:spcBef>
                <a:spcPts val="600"/>
              </a:spcBef>
              <a:spcAft>
                <a:spcPts val="0"/>
              </a:spcAft>
              <a:buSzPts val="2800"/>
              <a:buChar char="●"/>
            </a:pPr>
            <a:r>
              <a:rPr lang="es" sz="2800">
                <a:latin typeface="Calibri"/>
                <a:ea typeface="Calibri"/>
                <a:cs typeface="Calibri"/>
                <a:sym typeface="Calibri"/>
              </a:rPr>
              <a:t>Coordinación</a:t>
            </a:r>
            <a:endParaRPr/>
          </a:p>
          <a:p>
            <a:pPr indent="-190500" lvl="0" marL="292100" rtl="0" algn="l">
              <a:lnSpc>
                <a:spcPct val="150000"/>
              </a:lnSpc>
              <a:spcBef>
                <a:spcPts val="600"/>
              </a:spcBef>
              <a:spcAft>
                <a:spcPts val="0"/>
              </a:spcAft>
              <a:buSzPts val="2800"/>
              <a:buChar char="●"/>
            </a:pPr>
            <a:r>
              <a:rPr lang="es" sz="2800">
                <a:latin typeface="Calibri"/>
                <a:ea typeface="Calibri"/>
                <a:cs typeface="Calibri"/>
                <a:sym typeface="Calibri"/>
              </a:rPr>
              <a:t>GCS proporciona:</a:t>
            </a:r>
            <a:endParaRPr/>
          </a:p>
          <a:p>
            <a:pPr indent="-203200" lvl="1" marL="558800" rtl="0" algn="l">
              <a:lnSpc>
                <a:spcPct val="150000"/>
              </a:lnSpc>
              <a:spcBef>
                <a:spcPts val="500"/>
              </a:spcBef>
              <a:spcAft>
                <a:spcPts val="0"/>
              </a:spcAft>
              <a:buSzPts val="2400"/>
              <a:buChar char="○"/>
            </a:pPr>
            <a:r>
              <a:rPr lang="es" sz="2400">
                <a:latin typeface="Calibri"/>
                <a:ea typeface="Calibri"/>
                <a:cs typeface="Calibri"/>
                <a:sym typeface="Calibri"/>
              </a:rPr>
              <a:t>Repositorio</a:t>
            </a:r>
            <a:endParaRPr/>
          </a:p>
          <a:p>
            <a:pPr indent="-203200" lvl="1" marL="558800" rtl="0" algn="l">
              <a:lnSpc>
                <a:spcPct val="150000"/>
              </a:lnSpc>
              <a:spcBef>
                <a:spcPts val="500"/>
              </a:spcBef>
              <a:spcAft>
                <a:spcPts val="0"/>
              </a:spcAft>
              <a:buSzPts val="2400"/>
              <a:buChar char="○"/>
            </a:pPr>
            <a:r>
              <a:rPr lang="es" sz="2400">
                <a:latin typeface="Calibri"/>
                <a:ea typeface="Calibri"/>
                <a:cs typeface="Calibri"/>
                <a:sym typeface="Calibri"/>
              </a:rPr>
              <a:t>Registro histórico</a:t>
            </a:r>
            <a:endParaRPr sz="24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172" name="Google Shape;172;p34"/>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GCS: Visión General</a:t>
            </a:r>
            <a:endParaRPr>
              <a:latin typeface="Cambria"/>
              <a:ea typeface="Cambria"/>
              <a:cs typeface="Cambria"/>
              <a:sym typeface="Cambria"/>
            </a:endParaRPr>
          </a:p>
        </p:txBody>
      </p:sp>
      <p:sp>
        <p:nvSpPr>
          <p:cNvPr id="173" name="Google Shape;173;p34"/>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2100"/>
              <a:buChar char="●"/>
            </a:pPr>
            <a:r>
              <a:rPr lang="es" sz="2100">
                <a:latin typeface="Calibri"/>
                <a:ea typeface="Calibri"/>
                <a:cs typeface="Calibri"/>
                <a:sym typeface="Calibri"/>
              </a:rPr>
              <a:t>Plan de GCS</a:t>
            </a:r>
            <a:endParaRPr/>
          </a:p>
          <a:p>
            <a:pPr indent="-196850" lvl="1" marL="558800" rtl="0" algn="l">
              <a:spcBef>
                <a:spcPts val="300"/>
              </a:spcBef>
              <a:spcAft>
                <a:spcPts val="0"/>
              </a:spcAft>
              <a:buSzPts val="1700"/>
              <a:buChar char="○"/>
            </a:pPr>
            <a:r>
              <a:rPr lang="es">
                <a:latin typeface="Calibri"/>
                <a:ea typeface="Calibri"/>
                <a:cs typeface="Calibri"/>
                <a:sym typeface="Calibri"/>
              </a:rPr>
              <a:t>1. Identificación de configuración</a:t>
            </a:r>
            <a:endParaRPr/>
          </a:p>
          <a:p>
            <a:pPr indent="-196850" lvl="1" marL="558800" rtl="0" algn="l">
              <a:spcBef>
                <a:spcPts val="300"/>
              </a:spcBef>
              <a:spcAft>
                <a:spcPts val="0"/>
              </a:spcAft>
              <a:buSzPts val="1700"/>
              <a:buChar char="○"/>
            </a:pPr>
            <a:r>
              <a:rPr lang="es">
                <a:latin typeface="Calibri"/>
                <a:ea typeface="Calibri"/>
                <a:cs typeface="Calibri"/>
                <a:sym typeface="Calibri"/>
              </a:rPr>
              <a:t>2. Procedimientos de control de configuración</a:t>
            </a:r>
            <a:endParaRPr/>
          </a:p>
          <a:p>
            <a:pPr indent="-196850" lvl="1" marL="558800" rtl="0" algn="l">
              <a:spcBef>
                <a:spcPts val="300"/>
              </a:spcBef>
              <a:spcAft>
                <a:spcPts val="0"/>
              </a:spcAft>
              <a:buSzPts val="1700"/>
              <a:buChar char="○"/>
            </a:pPr>
            <a:r>
              <a:rPr lang="es">
                <a:latin typeface="Calibri"/>
                <a:ea typeface="Calibri"/>
                <a:cs typeface="Calibri"/>
                <a:sym typeface="Calibri"/>
              </a:rPr>
              <a:t>3. Informes de estado de configuración</a:t>
            </a:r>
            <a:endParaRPr/>
          </a:p>
          <a:p>
            <a:pPr indent="-196850" lvl="1" marL="558800" rtl="0" algn="l">
              <a:spcBef>
                <a:spcPts val="300"/>
              </a:spcBef>
              <a:spcAft>
                <a:spcPts val="0"/>
              </a:spcAft>
              <a:buSzPts val="1700"/>
              <a:buChar char="○"/>
            </a:pPr>
            <a:r>
              <a:rPr lang="es">
                <a:solidFill>
                  <a:schemeClr val="dk2"/>
                </a:solidFill>
                <a:latin typeface="Calibri"/>
                <a:ea typeface="Calibri"/>
                <a:cs typeface="Calibri"/>
                <a:sym typeface="Calibri"/>
              </a:rPr>
              <a:t>4. Auditoría de Configuración</a:t>
            </a:r>
            <a:endParaRPr/>
          </a:p>
          <a:p>
            <a:pPr indent="-196850" lvl="0" marL="292100" rtl="0" algn="l">
              <a:spcBef>
                <a:spcPts val="400"/>
              </a:spcBef>
              <a:spcAft>
                <a:spcPts val="0"/>
              </a:spcAft>
              <a:buSzPts val="2100"/>
              <a:buChar char="●"/>
            </a:pPr>
            <a:r>
              <a:rPr lang="es" sz="2100">
                <a:latin typeface="Calibri"/>
                <a:ea typeface="Calibri"/>
                <a:cs typeface="Calibri"/>
                <a:sym typeface="Calibri"/>
              </a:rPr>
              <a:t>Elementos </a:t>
            </a:r>
            <a:r>
              <a:rPr lang="es" sz="2100">
                <a:latin typeface="Calibri"/>
                <a:ea typeface="Calibri"/>
                <a:cs typeface="Calibri"/>
                <a:sym typeface="Calibri"/>
              </a:rPr>
              <a:t>que no se requieren en Taller de ingeniería de Sw</a:t>
            </a:r>
            <a:endParaRPr/>
          </a:p>
          <a:p>
            <a:pPr indent="-196850" lvl="1" marL="558800" rtl="0" algn="l">
              <a:spcBef>
                <a:spcPts val="300"/>
              </a:spcBef>
              <a:spcAft>
                <a:spcPts val="0"/>
              </a:spcAft>
              <a:buSzPts val="1700"/>
              <a:buChar char="○"/>
            </a:pPr>
            <a:r>
              <a:rPr lang="es">
                <a:latin typeface="Calibri"/>
                <a:ea typeface="Calibri"/>
                <a:cs typeface="Calibri"/>
                <a:sym typeface="Calibri"/>
              </a:rPr>
              <a:t>Elementos hardware</a:t>
            </a:r>
            <a:endParaRPr/>
          </a:p>
          <a:p>
            <a:pPr indent="-196850" lvl="1" marL="558800" rtl="0" algn="l">
              <a:spcBef>
                <a:spcPts val="300"/>
              </a:spcBef>
              <a:spcAft>
                <a:spcPts val="0"/>
              </a:spcAft>
              <a:buSzPts val="1700"/>
              <a:buChar char="○"/>
            </a:pPr>
            <a:r>
              <a:rPr lang="es">
                <a:latin typeface="Calibri"/>
                <a:ea typeface="Calibri"/>
                <a:cs typeface="Calibri"/>
                <a:sym typeface="Calibri"/>
              </a:rPr>
              <a:t>Herramientas y facilidades de soporte</a:t>
            </a:r>
            <a:endParaRPr/>
          </a:p>
          <a:p>
            <a:pPr indent="-196850" lvl="1" marL="558800" rtl="0" algn="l">
              <a:spcBef>
                <a:spcPts val="300"/>
              </a:spcBef>
              <a:spcAft>
                <a:spcPts val="0"/>
              </a:spcAft>
              <a:buSzPts val="1700"/>
              <a:buChar char="○"/>
            </a:pPr>
            <a:r>
              <a:rPr lang="es">
                <a:latin typeface="Calibri"/>
                <a:ea typeface="Calibri"/>
                <a:cs typeface="Calibri"/>
                <a:sym typeface="Calibri"/>
              </a:rPr>
              <a:t>Procesos y procedimientos</a:t>
            </a:r>
            <a:endParaRPr/>
          </a:p>
          <a:p>
            <a:pPr indent="-196850" lvl="1" marL="558800" rtl="0" algn="l">
              <a:spcBef>
                <a:spcPts val="300"/>
              </a:spcBef>
              <a:spcAft>
                <a:spcPts val="0"/>
              </a:spcAft>
              <a:buSzPts val="1700"/>
              <a:buChar char="○"/>
            </a:pPr>
            <a:r>
              <a:rPr lang="es">
                <a:latin typeface="Calibri"/>
                <a:ea typeface="Calibri"/>
                <a:cs typeface="Calibri"/>
                <a:sym typeface="Calibri"/>
              </a:rPr>
              <a:t>Auditorías de configuración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CM según CMMI</a:t>
            </a:r>
            <a:endParaRPr/>
          </a:p>
        </p:txBody>
      </p:sp>
      <p:sp>
        <p:nvSpPr>
          <p:cNvPr id="179" name="Google Shape;179;p3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35"/>
          <p:cNvPicPr preferRelativeResize="0"/>
          <p:nvPr/>
        </p:nvPicPr>
        <p:blipFill rotWithShape="1">
          <a:blip r:embed="rId3">
            <a:alphaModFix/>
          </a:blip>
          <a:srcRect b="6121" l="0" r="0" t="0"/>
          <a:stretch/>
        </p:blipFill>
        <p:spPr>
          <a:xfrm>
            <a:off x="3175950" y="104225"/>
            <a:ext cx="4985051" cy="5007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6"/>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186" name="Google Shape;186;p36"/>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Plan de GCS</a:t>
            </a:r>
            <a:endParaRPr>
              <a:latin typeface="Cambria"/>
              <a:ea typeface="Cambria"/>
              <a:cs typeface="Cambria"/>
              <a:sym typeface="Cambria"/>
            </a:endParaRPr>
          </a:p>
        </p:txBody>
      </p:sp>
      <p:sp>
        <p:nvSpPr>
          <p:cNvPr id="187" name="Google Shape;187;p36"/>
          <p:cNvSpPr txBox="1"/>
          <p:nvPr>
            <p:ph idx="1" type="body"/>
          </p:nvPr>
        </p:nvSpPr>
        <p:spPr>
          <a:xfrm>
            <a:off x="457200" y="1200150"/>
            <a:ext cx="82566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2100"/>
              <a:buChar char="●"/>
            </a:pPr>
            <a:r>
              <a:rPr lang="es" sz="2100">
                <a:latin typeface="Calibri"/>
                <a:ea typeface="Calibri"/>
                <a:cs typeface="Calibri"/>
                <a:sym typeface="Calibri"/>
              </a:rPr>
              <a:t>El responsable de soporte realiza el Plan de Gestión de Configuración</a:t>
            </a:r>
            <a:endParaRPr/>
          </a:p>
          <a:p>
            <a:pPr indent="-209550" lvl="1" marL="558800" rtl="0" algn="l">
              <a:spcBef>
                <a:spcPts val="400"/>
              </a:spcBef>
              <a:spcAft>
                <a:spcPts val="0"/>
              </a:spcAft>
              <a:buSzPts val="2100"/>
              <a:buChar char="○"/>
            </a:pPr>
            <a:r>
              <a:rPr lang="es" sz="2100">
                <a:latin typeface="Calibri"/>
                <a:ea typeface="Calibri"/>
                <a:cs typeface="Calibri"/>
                <a:sym typeface="Calibri"/>
              </a:rPr>
              <a:t>Especificar las herramientas de soporte y facilidades necesarias</a:t>
            </a:r>
            <a:endParaRPr/>
          </a:p>
          <a:p>
            <a:pPr indent="-209550" lvl="1" marL="558800" rtl="0" algn="l">
              <a:spcBef>
                <a:spcPts val="400"/>
              </a:spcBef>
              <a:spcAft>
                <a:spcPts val="0"/>
              </a:spcAft>
              <a:buSzPts val="2100"/>
              <a:buChar char="○"/>
            </a:pPr>
            <a:r>
              <a:rPr lang="es" sz="2100">
                <a:latin typeface="Calibri"/>
                <a:ea typeface="Calibri"/>
                <a:cs typeface="Calibri"/>
                <a:sym typeface="Calibri"/>
              </a:rPr>
              <a:t>Indicar los productos a controlar</a:t>
            </a:r>
            <a:endParaRPr sz="2100">
              <a:latin typeface="Calibri"/>
              <a:ea typeface="Calibri"/>
              <a:cs typeface="Calibri"/>
              <a:sym typeface="Calibri"/>
            </a:endParaRPr>
          </a:p>
          <a:p>
            <a:pPr indent="-209550" lvl="1" marL="558800" rtl="0" algn="l">
              <a:spcBef>
                <a:spcPts val="400"/>
              </a:spcBef>
              <a:spcAft>
                <a:spcPts val="0"/>
              </a:spcAft>
              <a:buSzPts val="2100"/>
              <a:buChar char="○"/>
            </a:pPr>
            <a:r>
              <a:rPr lang="es" sz="2100">
                <a:latin typeface="Calibri"/>
                <a:ea typeface="Calibri"/>
                <a:cs typeface="Calibri"/>
                <a:sym typeface="Calibri"/>
              </a:rPr>
              <a:t>Definir el Comité de Control de Configuración y sus procedimientos</a:t>
            </a:r>
            <a:endParaRPr/>
          </a:p>
          <a:p>
            <a:pPr indent="-184150" lvl="2" marL="863600" rtl="0" algn="l">
              <a:spcBef>
                <a:spcPts val="300"/>
              </a:spcBef>
              <a:spcAft>
                <a:spcPts val="0"/>
              </a:spcAft>
              <a:buSzPts val="1700"/>
              <a:buChar char="■"/>
            </a:pPr>
            <a:r>
              <a:rPr lang="es" sz="1700">
                <a:latin typeface="Calibri"/>
                <a:ea typeface="Calibri"/>
                <a:cs typeface="Calibri"/>
                <a:sym typeface="Calibri"/>
              </a:rPr>
              <a:t>Revisa con el equipo los procedimientos para su conformidad</a:t>
            </a:r>
            <a:endParaRPr sz="1700">
              <a:latin typeface="Calibri"/>
              <a:ea typeface="Calibri"/>
              <a:cs typeface="Calibri"/>
              <a:sym typeface="Calibri"/>
            </a:endParaRPr>
          </a:p>
          <a:p>
            <a:pPr indent="-196850" lvl="0" marL="292100" rtl="0" algn="l">
              <a:spcBef>
                <a:spcPts val="400"/>
              </a:spcBef>
              <a:spcAft>
                <a:spcPts val="0"/>
              </a:spcAft>
              <a:buSzPts val="2100"/>
              <a:buChar char="●"/>
            </a:pPr>
            <a:r>
              <a:rPr lang="es" sz="2100">
                <a:latin typeface="Calibri"/>
                <a:ea typeface="Calibri"/>
                <a:cs typeface="Calibri"/>
                <a:sym typeface="Calibri"/>
              </a:rPr>
              <a:t>Formulario Petición de Cambio de Configuración</a:t>
            </a:r>
            <a:endParaRPr/>
          </a:p>
          <a:p>
            <a:pPr indent="-196850" lvl="0" marL="292100" rtl="0" algn="l">
              <a:spcBef>
                <a:spcPts val="400"/>
              </a:spcBef>
              <a:spcAft>
                <a:spcPts val="0"/>
              </a:spcAft>
              <a:buSzPts val="2100"/>
              <a:buChar char="●"/>
            </a:pPr>
            <a:r>
              <a:rPr lang="es" sz="2100">
                <a:latin typeface="Calibri"/>
                <a:ea typeface="Calibri"/>
                <a:cs typeface="Calibri"/>
                <a:sym typeface="Calibri"/>
              </a:rPr>
              <a:t>Formulario de Informe de Estado de la Configuración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193" name="Google Shape;193;p37"/>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Plan de GCS: Contenido</a:t>
            </a:r>
            <a:endParaRPr>
              <a:latin typeface="Cambria"/>
              <a:ea typeface="Cambria"/>
              <a:cs typeface="Cambria"/>
              <a:sym typeface="Cambria"/>
            </a:endParaRPr>
          </a:p>
        </p:txBody>
      </p:sp>
      <p:sp>
        <p:nvSpPr>
          <p:cNvPr id="194" name="Google Shape;194;p37"/>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fontScale="62500" lnSpcReduction="10000"/>
          </a:bodyPr>
          <a:lstStyle/>
          <a:p>
            <a:pPr indent="-159544" lvl="0" marL="292100" rtl="0" algn="l">
              <a:spcBef>
                <a:spcPts val="0"/>
              </a:spcBef>
              <a:spcAft>
                <a:spcPts val="0"/>
              </a:spcAft>
              <a:buSzPct val="100000"/>
              <a:buChar char="●"/>
            </a:pPr>
            <a:r>
              <a:rPr lang="es" sz="2100">
                <a:latin typeface="Calibri"/>
                <a:ea typeface="Calibri"/>
                <a:cs typeface="Calibri"/>
                <a:sym typeface="Calibri"/>
              </a:rPr>
              <a:t>1. Introducción</a:t>
            </a:r>
            <a:endParaRPr/>
          </a:p>
          <a:p>
            <a:pPr indent="-159544" lvl="0" marL="292100" rtl="0" algn="l">
              <a:spcBef>
                <a:spcPts val="400"/>
              </a:spcBef>
              <a:spcAft>
                <a:spcPts val="0"/>
              </a:spcAft>
              <a:buSzPct val="100000"/>
              <a:buChar char="●"/>
            </a:pPr>
            <a:r>
              <a:rPr lang="es" sz="2100">
                <a:latin typeface="Calibri"/>
                <a:ea typeface="Calibri"/>
                <a:cs typeface="Calibri"/>
                <a:sym typeface="Calibri"/>
              </a:rPr>
              <a:t>2. Identificación de la Configuración</a:t>
            </a:r>
            <a:endParaRPr/>
          </a:p>
          <a:p>
            <a:pPr indent="-159544" lvl="1" marL="558800" rtl="0" algn="l">
              <a:spcBef>
                <a:spcPts val="400"/>
              </a:spcBef>
              <a:spcAft>
                <a:spcPts val="0"/>
              </a:spcAft>
              <a:buSzPct val="100000"/>
              <a:buChar char="○"/>
            </a:pPr>
            <a:r>
              <a:rPr lang="es" sz="2100">
                <a:latin typeface="Calibri"/>
                <a:ea typeface="Calibri"/>
                <a:cs typeface="Calibri"/>
                <a:sym typeface="Calibri"/>
              </a:rPr>
              <a:t>2.1 Nombrado, Etiquetado y Versionado de ECs</a:t>
            </a:r>
            <a:endParaRPr sz="2100">
              <a:latin typeface="Calibri"/>
              <a:ea typeface="Calibri"/>
              <a:cs typeface="Calibri"/>
              <a:sym typeface="Calibri"/>
            </a:endParaRPr>
          </a:p>
          <a:p>
            <a:pPr indent="-159544" lvl="1" marL="558800" rtl="0" algn="l">
              <a:spcBef>
                <a:spcPts val="400"/>
              </a:spcBef>
              <a:spcAft>
                <a:spcPts val="0"/>
              </a:spcAft>
              <a:buSzPct val="100000"/>
              <a:buChar char="○"/>
            </a:pPr>
            <a:r>
              <a:rPr lang="es" sz="2100">
                <a:latin typeface="Calibri"/>
                <a:ea typeface="Calibri"/>
                <a:cs typeface="Calibri"/>
                <a:sym typeface="Calibri"/>
              </a:rPr>
              <a:t>2.2 Línea base del sistema (entregas)</a:t>
            </a:r>
            <a:endParaRPr/>
          </a:p>
          <a:p>
            <a:pPr indent="-159544" lvl="1" marL="558800" rtl="0" algn="l">
              <a:spcBef>
                <a:spcPts val="400"/>
              </a:spcBef>
              <a:spcAft>
                <a:spcPts val="0"/>
              </a:spcAft>
              <a:buSzPct val="100000"/>
              <a:buChar char="○"/>
            </a:pPr>
            <a:r>
              <a:rPr lang="es" sz="2100">
                <a:latin typeface="Calibri"/>
                <a:ea typeface="Calibri"/>
                <a:cs typeface="Calibri"/>
                <a:sym typeface="Calibri"/>
              </a:rPr>
              <a:t>2.3 Procedimientos y facilidades de copias de seguridad</a:t>
            </a:r>
            <a:endParaRPr/>
          </a:p>
          <a:p>
            <a:pPr indent="-159544" lvl="1" marL="558800" rtl="0" algn="l">
              <a:spcBef>
                <a:spcPts val="400"/>
              </a:spcBef>
              <a:spcAft>
                <a:spcPts val="0"/>
              </a:spcAft>
              <a:buSzPct val="100000"/>
              <a:buChar char="○"/>
            </a:pPr>
            <a:r>
              <a:rPr lang="es" sz="2100">
                <a:latin typeface="Calibri"/>
                <a:ea typeface="Calibri"/>
                <a:cs typeface="Calibri"/>
                <a:sym typeface="Calibri"/>
              </a:rPr>
              <a:t>2.4 Resumen</a:t>
            </a:r>
            <a:endParaRPr/>
          </a:p>
          <a:p>
            <a:pPr indent="-159544" lvl="0" marL="292100" rtl="0" algn="l">
              <a:spcBef>
                <a:spcPts val="400"/>
              </a:spcBef>
              <a:spcAft>
                <a:spcPts val="0"/>
              </a:spcAft>
              <a:buSzPct val="100000"/>
              <a:buChar char="●"/>
            </a:pPr>
            <a:r>
              <a:rPr lang="es" sz="2100">
                <a:latin typeface="Calibri"/>
                <a:ea typeface="Calibri"/>
                <a:cs typeface="Calibri"/>
                <a:sym typeface="Calibri"/>
              </a:rPr>
              <a:t>3. Procedimientos de Control de Configuración</a:t>
            </a:r>
            <a:endParaRPr/>
          </a:p>
          <a:p>
            <a:pPr indent="-159544" lvl="1" marL="558800" rtl="0" algn="l">
              <a:spcBef>
                <a:spcPts val="400"/>
              </a:spcBef>
              <a:spcAft>
                <a:spcPts val="0"/>
              </a:spcAft>
              <a:buSzPct val="100000"/>
              <a:buChar char="○"/>
            </a:pPr>
            <a:r>
              <a:rPr lang="es" sz="2100">
                <a:latin typeface="Calibri"/>
                <a:ea typeface="Calibri"/>
                <a:cs typeface="Calibri"/>
                <a:sym typeface="Calibri"/>
              </a:rPr>
              <a:t>3.1 Comité de Control de Configuración/Cambios</a:t>
            </a:r>
            <a:endParaRPr/>
          </a:p>
          <a:p>
            <a:pPr indent="-159544" lvl="1" marL="558800" rtl="0" algn="l">
              <a:spcBef>
                <a:spcPts val="400"/>
              </a:spcBef>
              <a:spcAft>
                <a:spcPts val="0"/>
              </a:spcAft>
              <a:buSzPct val="100000"/>
              <a:buChar char="○"/>
            </a:pPr>
            <a:r>
              <a:rPr lang="es" sz="2100">
                <a:latin typeface="Calibri"/>
                <a:ea typeface="Calibri"/>
                <a:cs typeface="Calibri"/>
                <a:sym typeface="Calibri"/>
              </a:rPr>
              <a:t>3.2 y 3.3 Procedimientos de control: EC Nuevo y EC Existente</a:t>
            </a:r>
            <a:endParaRPr/>
          </a:p>
          <a:p>
            <a:pPr indent="-151606" lvl="2" marL="863600" rtl="0" algn="l">
              <a:spcBef>
                <a:spcPts val="400"/>
              </a:spcBef>
              <a:spcAft>
                <a:spcPts val="0"/>
              </a:spcAft>
              <a:buSzPct val="100000"/>
              <a:buChar char="■"/>
            </a:pPr>
            <a:r>
              <a:rPr lang="es" sz="1900">
                <a:latin typeface="Calibri"/>
                <a:ea typeface="Calibri"/>
                <a:cs typeface="Calibri"/>
                <a:sym typeface="Calibri"/>
              </a:rPr>
              <a:t>Anexo A Formulario de petición de cambios a la configuración</a:t>
            </a:r>
            <a:endParaRPr/>
          </a:p>
          <a:p>
            <a:pPr indent="-159544" lvl="0" marL="292100" rtl="0" algn="l">
              <a:spcBef>
                <a:spcPts val="400"/>
              </a:spcBef>
              <a:spcAft>
                <a:spcPts val="0"/>
              </a:spcAft>
              <a:buSzPct val="100000"/>
              <a:buChar char="●"/>
            </a:pPr>
            <a:r>
              <a:rPr lang="es" sz="2100">
                <a:latin typeface="Calibri"/>
                <a:ea typeface="Calibri"/>
                <a:cs typeface="Calibri"/>
                <a:sym typeface="Calibri"/>
              </a:rPr>
              <a:t>4. Informes de estado de configuración</a:t>
            </a:r>
            <a:endParaRPr/>
          </a:p>
          <a:p>
            <a:pPr indent="-159544" lvl="1" marL="558800" rtl="0" algn="l">
              <a:spcBef>
                <a:spcPts val="400"/>
              </a:spcBef>
              <a:spcAft>
                <a:spcPts val="0"/>
              </a:spcAft>
              <a:buSzPct val="100000"/>
              <a:buChar char="○"/>
            </a:pPr>
            <a:r>
              <a:rPr lang="es" sz="2100">
                <a:latin typeface="Calibri"/>
                <a:ea typeface="Calibri"/>
                <a:cs typeface="Calibri"/>
                <a:sym typeface="Calibri"/>
              </a:rPr>
              <a:t>4.1 Formulario de Informe de Estado de la Configuración</a:t>
            </a:r>
            <a:endParaRPr sz="1900">
              <a:latin typeface="Calibri"/>
              <a:ea typeface="Calibri"/>
              <a:cs typeface="Calibri"/>
              <a:sym typeface="Calibri"/>
            </a:endParaRPr>
          </a:p>
          <a:p>
            <a:pPr indent="-159544" lvl="1" marL="558800" rtl="0" algn="l">
              <a:spcBef>
                <a:spcPts val="400"/>
              </a:spcBef>
              <a:spcAft>
                <a:spcPts val="0"/>
              </a:spcAft>
              <a:buSzPct val="100000"/>
              <a:buChar char="○"/>
            </a:pPr>
            <a:r>
              <a:rPr lang="es" sz="2100">
                <a:latin typeface="Calibri"/>
                <a:ea typeface="Calibri"/>
                <a:cs typeface="Calibri"/>
                <a:sym typeface="Calibri"/>
              </a:rPr>
              <a:t>4.2 Historial de versiones</a:t>
            </a:r>
            <a:endParaRPr/>
          </a:p>
          <a:p>
            <a:pPr indent="-88900" lvl="2" marL="863600" rtl="0" algn="l">
              <a:spcBef>
                <a:spcPts val="300"/>
              </a:spcBef>
              <a:spcAft>
                <a:spcPts val="0"/>
              </a:spcAft>
              <a:buSzPct val="100000"/>
              <a:buNone/>
            </a:pPr>
            <a:r>
              <a:t/>
            </a:r>
            <a:endParaRPr sz="17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200" name="Google Shape;200;p38"/>
          <p:cNvSpPr txBox="1"/>
          <p:nvPr>
            <p:ph type="title"/>
          </p:nvPr>
        </p:nvSpPr>
        <p:spPr>
          <a:xfrm>
            <a:off x="457200" y="205975"/>
            <a:ext cx="84621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800">
                <a:latin typeface="Cambria"/>
                <a:ea typeface="Cambria"/>
                <a:cs typeface="Cambria"/>
                <a:sym typeface="Cambria"/>
              </a:rPr>
              <a:t>Plan de GCS: Identificación –</a:t>
            </a:r>
            <a:br>
              <a:rPr lang="es" sz="2800">
                <a:latin typeface="Cambria"/>
                <a:ea typeface="Cambria"/>
                <a:cs typeface="Cambria"/>
                <a:sym typeface="Cambria"/>
              </a:rPr>
            </a:br>
            <a:r>
              <a:rPr lang="es" sz="2800">
                <a:latin typeface="Cambria"/>
                <a:ea typeface="Cambria"/>
                <a:cs typeface="Cambria"/>
                <a:sym typeface="Cambria"/>
              </a:rPr>
              <a:t>1.1 Nombrado, Etiquetado y Versionado de ECs</a:t>
            </a:r>
            <a:endParaRPr sz="2800">
              <a:latin typeface="Cambria"/>
              <a:ea typeface="Cambria"/>
              <a:cs typeface="Cambria"/>
              <a:sym typeface="Cambria"/>
            </a:endParaRPr>
          </a:p>
        </p:txBody>
      </p:sp>
      <p:sp>
        <p:nvSpPr>
          <p:cNvPr id="201" name="Google Shape;201;p38"/>
          <p:cNvSpPr txBox="1"/>
          <p:nvPr>
            <p:ph idx="1" type="body"/>
          </p:nvPr>
        </p:nvSpPr>
        <p:spPr>
          <a:xfrm>
            <a:off x="457200" y="1200149"/>
            <a:ext cx="7620000" cy="3671700"/>
          </a:xfrm>
          <a:prstGeom prst="rect">
            <a:avLst/>
          </a:prstGeom>
          <a:noFill/>
          <a:ln>
            <a:noFill/>
          </a:ln>
        </p:spPr>
        <p:txBody>
          <a:bodyPr anchorCtr="0" anchor="t" bIns="39550" lIns="79125" spcFirstLastPara="1" rIns="79125" wrap="square" tIns="39550">
            <a:normAutofit lnSpcReduction="10000"/>
          </a:bodyPr>
          <a:lstStyle/>
          <a:p>
            <a:pPr indent="-196850" lvl="0" marL="292100" rtl="0" algn="l">
              <a:lnSpc>
                <a:spcPct val="80000"/>
              </a:lnSpc>
              <a:spcBef>
                <a:spcPts val="0"/>
              </a:spcBef>
              <a:spcAft>
                <a:spcPts val="0"/>
              </a:spcAft>
              <a:buSzPts val="1700"/>
              <a:buChar char="●"/>
            </a:pPr>
            <a:r>
              <a:rPr lang="es" sz="1700">
                <a:latin typeface="Calibri"/>
                <a:ea typeface="Calibri"/>
                <a:cs typeface="Calibri"/>
                <a:sym typeface="Calibri"/>
              </a:rPr>
              <a:t>Propósito: asegurar que</a:t>
            </a:r>
            <a:endParaRPr/>
          </a:p>
          <a:p>
            <a:pPr indent="-203200" lvl="1" marL="558800" rtl="0" algn="l">
              <a:lnSpc>
                <a:spcPct val="80000"/>
              </a:lnSpc>
              <a:spcBef>
                <a:spcPts val="300"/>
              </a:spcBef>
              <a:spcAft>
                <a:spcPts val="0"/>
              </a:spcAft>
              <a:buSzPts val="1600"/>
              <a:buChar char="○"/>
            </a:pPr>
            <a:r>
              <a:rPr b="1" lang="es" sz="1600">
                <a:latin typeface="Calibri"/>
                <a:ea typeface="Calibri"/>
                <a:cs typeface="Calibri"/>
                <a:sym typeface="Calibri"/>
              </a:rPr>
              <a:t>Todos los productos </a:t>
            </a:r>
            <a:r>
              <a:rPr lang="es" sz="1600">
                <a:latin typeface="Calibri"/>
                <a:ea typeface="Calibri"/>
                <a:cs typeface="Calibri"/>
                <a:sym typeface="Calibri"/>
              </a:rPr>
              <a:t>a controlar están </a:t>
            </a:r>
            <a:r>
              <a:rPr b="1" lang="es" sz="1600">
                <a:latin typeface="Calibri"/>
                <a:ea typeface="Calibri"/>
                <a:cs typeface="Calibri"/>
                <a:sym typeface="Calibri"/>
              </a:rPr>
              <a:t>nombrados</a:t>
            </a:r>
            <a:r>
              <a:rPr lang="es" sz="1600">
                <a:latin typeface="Calibri"/>
                <a:ea typeface="Calibri"/>
                <a:cs typeface="Calibri"/>
                <a:sym typeface="Calibri"/>
              </a:rPr>
              <a:t> de manera única (se incluye también el etiquetado)</a:t>
            </a:r>
            <a:endParaRPr/>
          </a:p>
          <a:p>
            <a:pPr indent="-190500" lvl="2" marL="863600" rtl="0" algn="l">
              <a:lnSpc>
                <a:spcPct val="80000"/>
              </a:lnSpc>
              <a:spcBef>
                <a:spcPts val="300"/>
              </a:spcBef>
              <a:spcAft>
                <a:spcPts val="0"/>
              </a:spcAft>
              <a:buSzPts val="1400"/>
              <a:buChar char="■"/>
            </a:pPr>
            <a:r>
              <a:rPr lang="es" sz="1400">
                <a:latin typeface="Calibri"/>
                <a:ea typeface="Calibri"/>
                <a:cs typeface="Calibri"/>
                <a:sym typeface="Calibri"/>
              </a:rPr>
              <a:t>Ejemplo de etiquetado: </a:t>
            </a:r>
            <a:r>
              <a:rPr b="1" lang="es" sz="1400">
                <a:latin typeface="Calibri"/>
                <a:ea typeface="Calibri"/>
                <a:cs typeface="Calibri"/>
                <a:sym typeface="Calibri"/>
              </a:rPr>
              <a:t>AcrónimoProducto_vx</a:t>
            </a:r>
            <a:endParaRPr b="1" sz="1400">
              <a:latin typeface="Calibri"/>
              <a:ea typeface="Calibri"/>
              <a:cs typeface="Calibri"/>
              <a:sym typeface="Calibri"/>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Está identificado el propietario del producto de todos los productos</a:t>
            </a:r>
            <a:endParaRPr/>
          </a:p>
          <a:p>
            <a:pPr indent="-196850" lvl="0" marL="292100" rtl="0" algn="l">
              <a:lnSpc>
                <a:spcPct val="80000"/>
              </a:lnSpc>
              <a:spcBef>
                <a:spcPts val="300"/>
              </a:spcBef>
              <a:spcAft>
                <a:spcPts val="0"/>
              </a:spcAft>
              <a:buSzPts val="1700"/>
              <a:buChar char="●"/>
            </a:pPr>
            <a:r>
              <a:rPr lang="es" sz="1700">
                <a:latin typeface="Calibri"/>
                <a:ea typeface="Calibri"/>
                <a:cs typeface="Calibri"/>
                <a:sym typeface="Calibri"/>
              </a:rPr>
              <a:t>El equipo realiza la lista de </a:t>
            </a:r>
            <a:r>
              <a:rPr b="1" lang="es" sz="1700">
                <a:latin typeface="Calibri"/>
                <a:ea typeface="Calibri"/>
                <a:cs typeface="Calibri"/>
                <a:sym typeface="Calibri"/>
              </a:rPr>
              <a:t>Elementos de Configuración (EC) </a:t>
            </a:r>
            <a:r>
              <a:rPr lang="es" sz="1700">
                <a:latin typeface="Calibri"/>
                <a:ea typeface="Calibri"/>
                <a:cs typeface="Calibri"/>
                <a:sym typeface="Calibri"/>
              </a:rPr>
              <a:t>del proyecto. Incluye</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El </a:t>
            </a:r>
            <a:r>
              <a:rPr b="1" lang="es" sz="1600">
                <a:latin typeface="Calibri"/>
                <a:ea typeface="Calibri"/>
                <a:cs typeface="Calibri"/>
                <a:sym typeface="Calibri"/>
              </a:rPr>
              <a:t>nombre y acrónimo</a:t>
            </a:r>
            <a:r>
              <a:rPr lang="es" sz="1600">
                <a:latin typeface="Calibri"/>
                <a:ea typeface="Calibri"/>
                <a:cs typeface="Calibri"/>
                <a:sym typeface="Calibri"/>
              </a:rPr>
              <a:t> de cada EC</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El propietario del EC</a:t>
            </a:r>
            <a:endParaRPr/>
          </a:p>
          <a:p>
            <a:pPr indent="-196850" lvl="0" marL="292100" rtl="0" algn="l">
              <a:lnSpc>
                <a:spcPct val="80000"/>
              </a:lnSpc>
              <a:spcBef>
                <a:spcPts val="300"/>
              </a:spcBef>
              <a:spcAft>
                <a:spcPts val="0"/>
              </a:spcAft>
              <a:buSzPts val="1700"/>
              <a:buChar char="●"/>
            </a:pPr>
            <a:r>
              <a:rPr lang="es" sz="1700">
                <a:latin typeface="Calibri"/>
                <a:ea typeface="Calibri"/>
                <a:cs typeface="Calibri"/>
                <a:sym typeface="Calibri"/>
              </a:rPr>
              <a:t>Los ECs (nombre y acrónimo) principales a controlar son:</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Plan de GCS (PGCS)</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Los requisitos (ERS)</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El diseño del producto (Diseño de Alto Nivel y Diseño de Bajo Nivel)</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El código fuente del programa</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Los planes de pruebas (PPS, PPI), y los materiales y resultados de las pruebas</a:t>
            </a:r>
            <a:endParaRPr/>
          </a:p>
          <a:p>
            <a:pPr indent="-203200" lvl="1" marL="558800" rtl="0" algn="l">
              <a:lnSpc>
                <a:spcPct val="80000"/>
              </a:lnSpc>
              <a:spcBef>
                <a:spcPts val="300"/>
              </a:spcBef>
              <a:spcAft>
                <a:spcPts val="0"/>
              </a:spcAft>
              <a:buSzPts val="1600"/>
              <a:buChar char="○"/>
            </a:pPr>
            <a:r>
              <a:rPr lang="es" sz="1600">
                <a:latin typeface="Calibri"/>
                <a:ea typeface="Calibri"/>
                <a:cs typeface="Calibri"/>
                <a:sym typeface="Calibri"/>
              </a:rPr>
              <a:t>Estándares del CV, tales como estándar de documentación, estándar de proceso de desarrollo</a:t>
            </a:r>
            <a:endParaRPr/>
          </a:p>
          <a:p>
            <a:pPr indent="-196850" lvl="0" marL="292100" rtl="0" algn="l">
              <a:lnSpc>
                <a:spcPct val="80000"/>
              </a:lnSpc>
              <a:spcBef>
                <a:spcPts val="300"/>
              </a:spcBef>
              <a:spcAft>
                <a:spcPts val="0"/>
              </a:spcAft>
              <a:buSzPts val="1700"/>
              <a:buChar char="●"/>
            </a:pPr>
            <a:r>
              <a:rPr b="1" lang="es" sz="1700">
                <a:latin typeface="Calibri"/>
                <a:ea typeface="Calibri"/>
                <a:cs typeface="Calibri"/>
                <a:sym typeface="Calibri"/>
              </a:rPr>
              <a:t>Versionado vx, vx.y, vx.y.z</a:t>
            </a:r>
            <a:r>
              <a:rPr lang="es" sz="1700">
                <a:latin typeface="Calibri"/>
                <a:ea typeface="Calibri"/>
                <a:cs typeface="Calibri"/>
                <a:sym typeface="Calibri"/>
              </a:rPr>
              <a:t> (v1 vs v1.1 vs v1.1.1….)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207" name="Google Shape;207;p39"/>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Plan de GCS: Identificación – </a:t>
            </a:r>
            <a:br>
              <a:rPr lang="es">
                <a:latin typeface="Cambria"/>
                <a:ea typeface="Cambria"/>
                <a:cs typeface="Cambria"/>
                <a:sym typeface="Cambria"/>
              </a:rPr>
            </a:br>
            <a:r>
              <a:rPr lang="es">
                <a:latin typeface="Cambria"/>
                <a:ea typeface="Cambria"/>
                <a:cs typeface="Cambria"/>
                <a:sym typeface="Cambria"/>
              </a:rPr>
              <a:t>1.2 Línea Base – 1</a:t>
            </a:r>
            <a:endParaRPr>
              <a:latin typeface="Cambria"/>
              <a:ea typeface="Cambria"/>
              <a:cs typeface="Cambria"/>
              <a:sym typeface="Cambria"/>
            </a:endParaRPr>
          </a:p>
        </p:txBody>
      </p:sp>
      <p:sp>
        <p:nvSpPr>
          <p:cNvPr id="208" name="Google Shape;208;p39"/>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1900"/>
              <a:buChar char="●"/>
            </a:pPr>
            <a:r>
              <a:rPr lang="es">
                <a:latin typeface="Calibri"/>
                <a:ea typeface="Calibri"/>
                <a:cs typeface="Calibri"/>
                <a:sym typeface="Calibri"/>
              </a:rPr>
              <a:t>Línea base es el conjunto de documentos y otros materiales que </a:t>
            </a:r>
            <a:r>
              <a:rPr b="1" lang="es">
                <a:latin typeface="Calibri"/>
                <a:ea typeface="Calibri"/>
                <a:cs typeface="Calibri"/>
                <a:sym typeface="Calibri"/>
              </a:rPr>
              <a:t>representan de manera oficial el producto</a:t>
            </a:r>
            <a:r>
              <a:rPr lang="es">
                <a:latin typeface="Calibri"/>
                <a:ea typeface="Calibri"/>
                <a:cs typeface="Calibri"/>
                <a:sym typeface="Calibri"/>
              </a:rPr>
              <a:t> en cualquier momento</a:t>
            </a:r>
            <a:endParaRPr/>
          </a:p>
          <a:p>
            <a:pPr indent="-196850" lvl="1" marL="558800" rtl="0" algn="l">
              <a:spcBef>
                <a:spcPts val="300"/>
              </a:spcBef>
              <a:spcAft>
                <a:spcPts val="0"/>
              </a:spcAft>
              <a:buSzPts val="1700"/>
              <a:buChar char="○"/>
            </a:pPr>
            <a:r>
              <a:rPr lang="es">
                <a:latin typeface="Calibri"/>
                <a:ea typeface="Calibri"/>
                <a:cs typeface="Calibri"/>
                <a:sym typeface="Calibri"/>
              </a:rPr>
              <a:t>La línea base de Estrategia y Planificación debería contener elementos </a:t>
            </a:r>
            <a:r>
              <a:rPr b="1" lang="es">
                <a:latin typeface="Calibri"/>
                <a:ea typeface="Calibri"/>
                <a:cs typeface="Calibri"/>
                <a:sym typeface="Calibri"/>
              </a:rPr>
              <a:t>inspeccionados, actualizados y aprobados </a:t>
            </a:r>
            <a:r>
              <a:rPr lang="es">
                <a:latin typeface="Calibri"/>
                <a:ea typeface="Calibri"/>
                <a:cs typeface="Calibri"/>
                <a:sym typeface="Calibri"/>
              </a:rPr>
              <a:t>junto con todos los materiales de soporte y datos relevantes</a:t>
            </a:r>
            <a:endParaRPr>
              <a:latin typeface="Calibri"/>
              <a:ea typeface="Calibri"/>
              <a:cs typeface="Calibri"/>
              <a:sym typeface="Calibri"/>
            </a:endParaRPr>
          </a:p>
          <a:p>
            <a:pPr indent="-196850" lvl="0" marL="292100" rtl="0" algn="l">
              <a:spcBef>
                <a:spcPts val="400"/>
              </a:spcBef>
              <a:spcAft>
                <a:spcPts val="0"/>
              </a:spcAft>
              <a:buSzPts val="1900"/>
              <a:buChar char="●"/>
            </a:pPr>
            <a:r>
              <a:rPr lang="es">
                <a:latin typeface="Calibri"/>
                <a:ea typeface="Calibri"/>
                <a:cs typeface="Calibri"/>
                <a:sym typeface="Calibri"/>
              </a:rPr>
              <a:t>Un producto está en la línea base cuando está introducido en el sistema de GCS</a:t>
            </a:r>
            <a:endParaRPr/>
          </a:p>
          <a:p>
            <a:pPr indent="-196850" lvl="0" marL="292100" rtl="0" algn="l">
              <a:spcBef>
                <a:spcPts val="400"/>
              </a:spcBef>
              <a:spcAft>
                <a:spcPts val="0"/>
              </a:spcAft>
              <a:buSzPts val="1900"/>
              <a:buChar char="●"/>
            </a:pPr>
            <a:r>
              <a:rPr lang="es">
                <a:latin typeface="Calibri"/>
                <a:ea typeface="Calibri"/>
                <a:cs typeface="Calibri"/>
                <a:sym typeface="Calibri"/>
              </a:rPr>
              <a:t>Después de que un elemento de configuración ha sido puesto en la línea base, la línea base se convierte en la versión oficial del producto, y nadie puede cambiarla sin la autorización del CCC</a:t>
            </a:r>
            <a:endParaRPr>
              <a:latin typeface="Calibri"/>
              <a:ea typeface="Calibri"/>
              <a:cs typeface="Calibri"/>
              <a:sym typeface="Calibri"/>
            </a:endParaRPr>
          </a:p>
          <a:p>
            <a:pPr indent="0" lvl="0" marL="292100" rtl="0" algn="l">
              <a:spcBef>
                <a:spcPts val="400"/>
              </a:spcBef>
              <a:spcAft>
                <a:spcPts val="0"/>
              </a:spcAft>
              <a:buNone/>
            </a:pPr>
            <a:r>
              <a:t/>
            </a:r>
            <a:endParaRPr b="1">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0"/>
          <p:cNvSpPr txBox="1"/>
          <p:nvPr>
            <p:ph type="title"/>
          </p:nvPr>
        </p:nvSpPr>
        <p:spPr>
          <a:xfrm>
            <a:off x="274475" y="-170275"/>
            <a:ext cx="87477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Identificación – 1.2 Línea Base – 2</a:t>
            </a:r>
            <a:endParaRPr sz="2600"/>
          </a:p>
        </p:txBody>
      </p:sp>
      <p:sp>
        <p:nvSpPr>
          <p:cNvPr id="214" name="Google Shape;214;p40"/>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215" name="Google Shape;215;p40"/>
          <p:cNvSpPr/>
          <p:nvPr/>
        </p:nvSpPr>
        <p:spPr>
          <a:xfrm>
            <a:off x="274474" y="1439882"/>
            <a:ext cx="21423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Lanzamiento Ciclo 1</a:t>
            </a:r>
            <a:endParaRPr sz="1200"/>
          </a:p>
        </p:txBody>
      </p:sp>
      <p:sp>
        <p:nvSpPr>
          <p:cNvPr id="216" name="Google Shape;216;p40"/>
          <p:cNvSpPr txBox="1"/>
          <p:nvPr/>
        </p:nvSpPr>
        <p:spPr>
          <a:xfrm>
            <a:off x="261735" y="815820"/>
            <a:ext cx="2395800" cy="572400"/>
          </a:xfrm>
          <a:prstGeom prst="rect">
            <a:avLst/>
          </a:prstGeom>
          <a:noFill/>
          <a:ln>
            <a:noFill/>
          </a:ln>
        </p:spPr>
        <p:txBody>
          <a:bodyPr anchorCtr="0" anchor="t" bIns="39550" lIns="79125" spcFirstLastPara="1" rIns="79125" wrap="square" tIns="39550">
            <a:spAutoFit/>
          </a:bodyPr>
          <a:lstStyle/>
          <a:p>
            <a:pPr indent="0" lvl="0" marL="0" marR="0" rtl="0" algn="ctr">
              <a:spcBef>
                <a:spcPts val="0"/>
              </a:spcBef>
              <a:spcAft>
                <a:spcPts val="0"/>
              </a:spcAft>
              <a:buNone/>
            </a:pPr>
            <a:r>
              <a:rPr b="0" i="0" lang="es" sz="1600" u="none" cap="none" strike="noStrike">
                <a:latin typeface="Times New Roman"/>
                <a:ea typeface="Times New Roman"/>
                <a:cs typeface="Times New Roman"/>
                <a:sym typeface="Times New Roman"/>
              </a:rPr>
              <a:t>Declaración de Necesidad</a:t>
            </a:r>
            <a:endParaRPr sz="1200"/>
          </a:p>
          <a:p>
            <a:pPr indent="0" lvl="0" marL="0" marR="0" rtl="0" algn="ctr">
              <a:spcBef>
                <a:spcPts val="0"/>
              </a:spcBef>
              <a:spcAft>
                <a:spcPts val="0"/>
              </a:spcAft>
              <a:buNone/>
            </a:pPr>
            <a:r>
              <a:rPr b="0" i="0" lang="es" sz="1600" u="none" cap="none" strike="noStrike">
                <a:latin typeface="Times New Roman"/>
                <a:ea typeface="Times New Roman"/>
                <a:cs typeface="Times New Roman"/>
                <a:sym typeface="Times New Roman"/>
              </a:rPr>
              <a:t>del Producto</a:t>
            </a:r>
            <a:endParaRPr sz="1200"/>
          </a:p>
        </p:txBody>
      </p:sp>
      <p:sp>
        <p:nvSpPr>
          <p:cNvPr id="217" name="Google Shape;217;p40"/>
          <p:cNvSpPr/>
          <p:nvPr/>
        </p:nvSpPr>
        <p:spPr>
          <a:xfrm>
            <a:off x="899427" y="2555325"/>
            <a:ext cx="1887300" cy="5274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Estrategia 1 y 2</a:t>
            </a:r>
            <a:endParaRPr sz="1200"/>
          </a:p>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Plan 1</a:t>
            </a:r>
            <a:endParaRPr sz="1200"/>
          </a:p>
        </p:txBody>
      </p:sp>
      <p:sp>
        <p:nvSpPr>
          <p:cNvPr id="218" name="Google Shape;218;p40"/>
          <p:cNvSpPr/>
          <p:nvPr/>
        </p:nvSpPr>
        <p:spPr>
          <a:xfrm>
            <a:off x="2411958" y="3214664"/>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Diseño (alto, bajo) 1</a:t>
            </a:r>
            <a:endParaRPr sz="1200"/>
          </a:p>
        </p:txBody>
      </p:sp>
      <p:sp>
        <p:nvSpPr>
          <p:cNvPr id="219" name="Google Shape;219;p40"/>
          <p:cNvSpPr/>
          <p:nvPr/>
        </p:nvSpPr>
        <p:spPr>
          <a:xfrm>
            <a:off x="3218471" y="3808913"/>
            <a:ext cx="20295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Codificación 1</a:t>
            </a:r>
            <a:endParaRPr sz="1200"/>
          </a:p>
        </p:txBody>
      </p:sp>
      <p:sp>
        <p:nvSpPr>
          <p:cNvPr id="220" name="Google Shape;220;p40"/>
          <p:cNvSpPr/>
          <p:nvPr/>
        </p:nvSpPr>
        <p:spPr>
          <a:xfrm>
            <a:off x="3816722" y="4309079"/>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Pruebas 1</a:t>
            </a:r>
            <a:endParaRPr sz="1200"/>
          </a:p>
        </p:txBody>
      </p:sp>
      <p:sp>
        <p:nvSpPr>
          <p:cNvPr id="221" name="Google Shape;221;p40"/>
          <p:cNvSpPr/>
          <p:nvPr/>
        </p:nvSpPr>
        <p:spPr>
          <a:xfrm>
            <a:off x="4288790" y="4798621"/>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i="0" lang="es" sz="1700" u="none" cap="none" strike="noStrike">
                <a:latin typeface="Times New Roman"/>
                <a:ea typeface="Times New Roman"/>
                <a:cs typeface="Times New Roman"/>
                <a:sym typeface="Times New Roman"/>
              </a:rPr>
              <a:t>Post-Mortem 1</a:t>
            </a:r>
            <a:endParaRPr sz="1200"/>
          </a:p>
        </p:txBody>
      </p:sp>
      <p:cxnSp>
        <p:nvCxnSpPr>
          <p:cNvPr id="222" name="Google Shape;222;p40"/>
          <p:cNvCxnSpPr>
            <a:endCxn id="215" idx="0"/>
          </p:cNvCxnSpPr>
          <p:nvPr/>
        </p:nvCxnSpPr>
        <p:spPr>
          <a:xfrm>
            <a:off x="1343824" y="1273682"/>
            <a:ext cx="1800" cy="166200"/>
          </a:xfrm>
          <a:prstGeom prst="straightConnector1">
            <a:avLst/>
          </a:prstGeom>
          <a:noFill/>
          <a:ln cap="flat" cmpd="sng" w="9525">
            <a:solidFill>
              <a:schemeClr val="dk1"/>
            </a:solidFill>
            <a:prstDash val="solid"/>
            <a:round/>
            <a:headEnd len="med" w="med" type="none"/>
            <a:tailEnd len="med" w="med" type="triangle"/>
          </a:ln>
        </p:spPr>
      </p:cxnSp>
      <p:sp>
        <p:nvSpPr>
          <p:cNvPr id="223" name="Google Shape;223;p40"/>
          <p:cNvSpPr/>
          <p:nvPr/>
        </p:nvSpPr>
        <p:spPr>
          <a:xfrm>
            <a:off x="6060299" y="680128"/>
            <a:ext cx="2090400" cy="620400"/>
          </a:xfrm>
          <a:prstGeom prst="rect">
            <a:avLst/>
          </a:prstGeom>
          <a:noFill/>
          <a:ln cap="flat" cmpd="sng" w="12700">
            <a:solidFill>
              <a:schemeClr val="dk1"/>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i="0" lang="es" sz="1900" u="none" cap="none" strike="noStrike">
                <a:latin typeface="Comic Sans MS"/>
                <a:ea typeface="Comic Sans MS"/>
                <a:cs typeface="Comic Sans MS"/>
                <a:sym typeface="Comic Sans MS"/>
              </a:rPr>
              <a:t>GCS</a:t>
            </a:r>
            <a:endParaRPr sz="1000"/>
          </a:p>
          <a:p>
            <a:pPr indent="0" lvl="0" marL="0" marR="0" rtl="0" algn="ctr">
              <a:spcBef>
                <a:spcPts val="0"/>
              </a:spcBef>
              <a:spcAft>
                <a:spcPts val="0"/>
              </a:spcAft>
              <a:buNone/>
            </a:pPr>
            <a:r>
              <a:rPr b="1" i="0" lang="es" sz="1000" u="none" cap="none" strike="noStrike">
                <a:latin typeface="Comic Sans MS"/>
                <a:ea typeface="Comic Sans MS"/>
                <a:cs typeface="Comic Sans MS"/>
                <a:sym typeface="Comic Sans MS"/>
              </a:rPr>
              <a:t>Poner en LB (Inspecciones) </a:t>
            </a:r>
            <a:endParaRPr sz="1000"/>
          </a:p>
        </p:txBody>
      </p:sp>
      <p:sp>
        <p:nvSpPr>
          <p:cNvPr id="224" name="Google Shape;224;p40"/>
          <p:cNvSpPr/>
          <p:nvPr/>
        </p:nvSpPr>
        <p:spPr>
          <a:xfrm>
            <a:off x="6595509" y="1623177"/>
            <a:ext cx="1315800" cy="903900"/>
          </a:xfrm>
          <a:prstGeom prst="can">
            <a:avLst>
              <a:gd fmla="val 25000"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i="0" lang="es" sz="2100" u="none" cap="none" strike="noStrike">
                <a:solidFill>
                  <a:srgbClr val="FF0000"/>
                </a:solidFill>
                <a:latin typeface="Comic Sans MS"/>
                <a:ea typeface="Comic Sans MS"/>
                <a:cs typeface="Comic Sans MS"/>
                <a:sym typeface="Comic Sans MS"/>
              </a:rPr>
              <a:t>Línea Base</a:t>
            </a:r>
            <a:endParaRPr sz="1200"/>
          </a:p>
        </p:txBody>
      </p:sp>
      <p:cxnSp>
        <p:nvCxnSpPr>
          <p:cNvPr id="225" name="Google Shape;225;p40"/>
          <p:cNvCxnSpPr>
            <a:stCxn id="217" idx="2"/>
            <a:endCxn id="226" idx="4"/>
          </p:cNvCxnSpPr>
          <p:nvPr/>
        </p:nvCxnSpPr>
        <p:spPr>
          <a:xfrm rot="-5400000">
            <a:off x="2568327" y="127875"/>
            <a:ext cx="2229600" cy="3680100"/>
          </a:xfrm>
          <a:prstGeom prst="bentConnector4">
            <a:avLst>
              <a:gd fmla="val -3059" name="adj1"/>
              <a:gd fmla="val 105736" name="adj2"/>
            </a:avLst>
          </a:prstGeom>
          <a:noFill/>
          <a:ln cap="flat" cmpd="sng" w="12700">
            <a:solidFill>
              <a:srgbClr val="0070C0"/>
            </a:solidFill>
            <a:prstDash val="solid"/>
            <a:round/>
            <a:headEnd len="sm" w="sm" type="none"/>
            <a:tailEnd len="med" w="med" type="triangle"/>
          </a:ln>
        </p:spPr>
      </p:cxnSp>
      <p:cxnSp>
        <p:nvCxnSpPr>
          <p:cNvPr id="227" name="Google Shape;227;p40"/>
          <p:cNvCxnSpPr/>
          <p:nvPr/>
        </p:nvCxnSpPr>
        <p:spPr>
          <a:xfrm flipH="1" rot="10800000">
            <a:off x="3447568" y="2460467"/>
            <a:ext cx="3806100" cy="1164300"/>
          </a:xfrm>
          <a:prstGeom prst="bentConnector2">
            <a:avLst/>
          </a:prstGeom>
          <a:noFill/>
          <a:ln cap="flat" cmpd="sng" w="12700">
            <a:solidFill>
              <a:srgbClr val="FF0000"/>
            </a:solidFill>
            <a:prstDash val="solid"/>
            <a:round/>
            <a:headEnd len="sm" w="sm" type="none"/>
            <a:tailEnd len="med" w="med" type="triangle"/>
          </a:ln>
        </p:spPr>
      </p:cxnSp>
      <p:cxnSp>
        <p:nvCxnSpPr>
          <p:cNvPr id="228" name="Google Shape;228;p40"/>
          <p:cNvCxnSpPr>
            <a:stCxn id="218" idx="2"/>
            <a:endCxn id="219" idx="1"/>
          </p:cNvCxnSpPr>
          <p:nvPr/>
        </p:nvCxnSpPr>
        <p:spPr>
          <a:xfrm rot="5400000">
            <a:off x="3104508" y="3633314"/>
            <a:ext cx="441900" cy="214200"/>
          </a:xfrm>
          <a:prstGeom prst="bentConnector4">
            <a:avLst>
              <a:gd fmla="val 25447" name="adj1"/>
              <a:gd fmla="val 198608" name="adj2"/>
            </a:avLst>
          </a:prstGeom>
          <a:noFill/>
          <a:ln cap="flat" cmpd="sng" w="12700">
            <a:solidFill>
              <a:srgbClr val="2D2A1E"/>
            </a:solidFill>
            <a:prstDash val="solid"/>
            <a:round/>
            <a:headEnd len="sm" w="sm" type="none"/>
            <a:tailEnd len="med" w="med" type="triangle"/>
          </a:ln>
        </p:spPr>
      </p:cxnSp>
      <p:sp>
        <p:nvSpPr>
          <p:cNvPr id="229" name="Google Shape;229;p40"/>
          <p:cNvSpPr txBox="1"/>
          <p:nvPr/>
        </p:nvSpPr>
        <p:spPr>
          <a:xfrm>
            <a:off x="5380110" y="3606804"/>
            <a:ext cx="1653300" cy="2646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i="0" lang="es" sz="1200" u="none" cap="none" strike="noStrike">
                <a:solidFill>
                  <a:srgbClr val="FF0000"/>
                </a:solidFill>
                <a:latin typeface="Comic Sans MS"/>
                <a:ea typeface="Comic Sans MS"/>
                <a:cs typeface="Comic Sans MS"/>
                <a:sym typeface="Comic Sans MS"/>
              </a:rPr>
              <a:t>LBs de DAN y DBN</a:t>
            </a:r>
            <a:endParaRPr sz="1200"/>
          </a:p>
        </p:txBody>
      </p:sp>
      <p:cxnSp>
        <p:nvCxnSpPr>
          <p:cNvPr id="230" name="Google Shape;230;p40"/>
          <p:cNvCxnSpPr>
            <a:stCxn id="219" idx="2"/>
            <a:endCxn id="220" idx="1"/>
          </p:cNvCxnSpPr>
          <p:nvPr/>
        </p:nvCxnSpPr>
        <p:spPr>
          <a:xfrm rot="5400000">
            <a:off x="3851171" y="4079363"/>
            <a:ext cx="347700" cy="416400"/>
          </a:xfrm>
          <a:prstGeom prst="bentConnector4">
            <a:avLst>
              <a:gd fmla="val 28082" name="adj1"/>
              <a:gd fmla="val 150673" name="adj2"/>
            </a:avLst>
          </a:prstGeom>
          <a:noFill/>
          <a:ln cap="flat" cmpd="sng" w="12700">
            <a:solidFill>
              <a:srgbClr val="2D2A1E"/>
            </a:solidFill>
            <a:prstDash val="solid"/>
            <a:round/>
            <a:headEnd len="sm" w="sm" type="none"/>
            <a:tailEnd len="med" w="med" type="triangle"/>
          </a:ln>
        </p:spPr>
      </p:cxnSp>
      <p:cxnSp>
        <p:nvCxnSpPr>
          <p:cNvPr id="231" name="Google Shape;231;p40"/>
          <p:cNvCxnSpPr>
            <a:stCxn id="219" idx="2"/>
            <a:endCxn id="224" idx="3"/>
          </p:cNvCxnSpPr>
          <p:nvPr/>
        </p:nvCxnSpPr>
        <p:spPr>
          <a:xfrm rot="-5400000">
            <a:off x="4949921" y="1810313"/>
            <a:ext cx="1586700" cy="3020100"/>
          </a:xfrm>
          <a:prstGeom prst="bentConnector3">
            <a:avLst>
              <a:gd fmla="val -6158" name="adj1"/>
            </a:avLst>
          </a:prstGeom>
          <a:noFill/>
          <a:ln cap="flat" cmpd="sng" w="12700">
            <a:solidFill>
              <a:srgbClr val="FF0000"/>
            </a:solidFill>
            <a:prstDash val="solid"/>
            <a:round/>
            <a:headEnd len="sm" w="sm" type="none"/>
            <a:tailEnd len="med" w="med" type="triangle"/>
          </a:ln>
        </p:spPr>
      </p:cxnSp>
      <p:sp>
        <p:nvSpPr>
          <p:cNvPr id="232" name="Google Shape;232;p40"/>
          <p:cNvSpPr txBox="1"/>
          <p:nvPr/>
        </p:nvSpPr>
        <p:spPr>
          <a:xfrm>
            <a:off x="5987159" y="4198871"/>
            <a:ext cx="1593900" cy="2646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1200">
                <a:solidFill>
                  <a:srgbClr val="FF0000"/>
                </a:solidFill>
                <a:latin typeface="Comic Sans MS"/>
                <a:ea typeface="Comic Sans MS"/>
                <a:cs typeface="Comic Sans MS"/>
                <a:sym typeface="Comic Sans MS"/>
              </a:rPr>
              <a:t>LB de Codificación</a:t>
            </a:r>
            <a:endParaRPr sz="1200"/>
          </a:p>
        </p:txBody>
      </p:sp>
      <p:cxnSp>
        <p:nvCxnSpPr>
          <p:cNvPr id="233" name="Google Shape;233;p40"/>
          <p:cNvCxnSpPr>
            <a:stCxn id="217" idx="2"/>
            <a:endCxn id="218" idx="1"/>
          </p:cNvCxnSpPr>
          <p:nvPr/>
        </p:nvCxnSpPr>
        <p:spPr>
          <a:xfrm flipH="1" rot="-5400000">
            <a:off x="1985277" y="2940525"/>
            <a:ext cx="284400" cy="568800"/>
          </a:xfrm>
          <a:prstGeom prst="bentConnector2">
            <a:avLst/>
          </a:prstGeom>
          <a:noFill/>
          <a:ln cap="flat" cmpd="sng" w="12700">
            <a:solidFill>
              <a:srgbClr val="2D2A1E"/>
            </a:solidFill>
            <a:prstDash val="solid"/>
            <a:round/>
            <a:headEnd len="sm" w="sm" type="none"/>
            <a:tailEnd len="med" w="med" type="triangle"/>
          </a:ln>
        </p:spPr>
      </p:cxnSp>
      <p:cxnSp>
        <p:nvCxnSpPr>
          <p:cNvPr id="234" name="Google Shape;234;p40"/>
          <p:cNvCxnSpPr>
            <a:stCxn id="217" idx="3"/>
            <a:endCxn id="224" idx="2"/>
          </p:cNvCxnSpPr>
          <p:nvPr/>
        </p:nvCxnSpPr>
        <p:spPr>
          <a:xfrm flipH="1" rot="10800000">
            <a:off x="2786727" y="2075025"/>
            <a:ext cx="3808800" cy="744000"/>
          </a:xfrm>
          <a:prstGeom prst="bentConnector3">
            <a:avLst>
              <a:gd fmla="val 50000" name="adj1"/>
            </a:avLst>
          </a:prstGeom>
          <a:noFill/>
          <a:ln cap="flat" cmpd="sng" w="12700">
            <a:solidFill>
              <a:srgbClr val="FF0000"/>
            </a:solidFill>
            <a:prstDash val="solid"/>
            <a:round/>
            <a:headEnd len="sm" w="sm" type="none"/>
            <a:tailEnd len="med" w="med" type="triangle"/>
          </a:ln>
        </p:spPr>
      </p:cxnSp>
      <p:sp>
        <p:nvSpPr>
          <p:cNvPr id="235" name="Google Shape;235;p40"/>
          <p:cNvSpPr txBox="1"/>
          <p:nvPr/>
        </p:nvSpPr>
        <p:spPr>
          <a:xfrm>
            <a:off x="3950894" y="2071017"/>
            <a:ext cx="2613300" cy="2646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1200">
                <a:solidFill>
                  <a:srgbClr val="FF0000"/>
                </a:solidFill>
                <a:latin typeface="Comic Sans MS"/>
                <a:ea typeface="Comic Sans MS"/>
                <a:cs typeface="Comic Sans MS"/>
                <a:sym typeface="Comic Sans MS"/>
              </a:rPr>
              <a:t>LB de Estrategia y Planificación</a:t>
            </a:r>
            <a:endParaRPr sz="1200"/>
          </a:p>
        </p:txBody>
      </p:sp>
      <p:cxnSp>
        <p:nvCxnSpPr>
          <p:cNvPr id="236" name="Google Shape;236;p40"/>
          <p:cNvCxnSpPr>
            <a:stCxn id="215" idx="2"/>
            <a:endCxn id="237" idx="1"/>
          </p:cNvCxnSpPr>
          <p:nvPr/>
        </p:nvCxnSpPr>
        <p:spPr>
          <a:xfrm rot="5400000">
            <a:off x="854374" y="1685132"/>
            <a:ext cx="431700" cy="550800"/>
          </a:xfrm>
          <a:prstGeom prst="bentConnector4">
            <a:avLst>
              <a:gd fmla="val 32627" name="adj1"/>
              <a:gd fmla="val 138319" name="adj2"/>
            </a:avLst>
          </a:prstGeom>
          <a:noFill/>
          <a:ln cap="flat" cmpd="sng" w="12700">
            <a:solidFill>
              <a:srgbClr val="2D2A1E"/>
            </a:solidFill>
            <a:prstDash val="solid"/>
            <a:round/>
            <a:headEnd len="sm" w="sm" type="none"/>
            <a:tailEnd len="med" w="med" type="triangle"/>
          </a:ln>
        </p:spPr>
      </p:cxnSp>
      <p:cxnSp>
        <p:nvCxnSpPr>
          <p:cNvPr id="238" name="Google Shape;238;p40"/>
          <p:cNvCxnSpPr>
            <a:stCxn id="215" idx="2"/>
            <a:endCxn id="226" idx="3"/>
          </p:cNvCxnSpPr>
          <p:nvPr/>
        </p:nvCxnSpPr>
        <p:spPr>
          <a:xfrm rot="-5400000">
            <a:off x="2860024" y="-232618"/>
            <a:ext cx="462900" cy="3491700"/>
          </a:xfrm>
          <a:prstGeom prst="bentConnector3">
            <a:avLst>
              <a:gd fmla="val -30290" name="adj1"/>
            </a:avLst>
          </a:prstGeom>
          <a:noFill/>
          <a:ln cap="flat" cmpd="sng" w="12700">
            <a:solidFill>
              <a:srgbClr val="0070C0"/>
            </a:solidFill>
            <a:prstDash val="solid"/>
            <a:round/>
            <a:headEnd len="sm" w="sm" type="none"/>
            <a:tailEnd len="med" w="med" type="triangle"/>
          </a:ln>
        </p:spPr>
      </p:cxnSp>
      <p:sp>
        <p:nvSpPr>
          <p:cNvPr id="239" name="Google Shape;239;p40"/>
          <p:cNvSpPr txBox="1"/>
          <p:nvPr/>
        </p:nvSpPr>
        <p:spPr>
          <a:xfrm>
            <a:off x="4236762" y="1489253"/>
            <a:ext cx="1610400" cy="2646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1200">
                <a:solidFill>
                  <a:schemeClr val="lt1"/>
                </a:solidFill>
                <a:latin typeface="Comic Sans MS"/>
                <a:ea typeface="Comic Sans MS"/>
                <a:cs typeface="Comic Sans MS"/>
                <a:sym typeface="Comic Sans MS"/>
              </a:rPr>
              <a:t>LB de Lanzamiento</a:t>
            </a:r>
            <a:endParaRPr sz="1200"/>
          </a:p>
        </p:txBody>
      </p:sp>
      <p:cxnSp>
        <p:nvCxnSpPr>
          <p:cNvPr id="240" name="Google Shape;240;p40"/>
          <p:cNvCxnSpPr/>
          <p:nvPr/>
        </p:nvCxnSpPr>
        <p:spPr>
          <a:xfrm>
            <a:off x="4832429" y="4599023"/>
            <a:ext cx="3274500" cy="105000"/>
          </a:xfrm>
          <a:prstGeom prst="bentConnector2">
            <a:avLst/>
          </a:prstGeom>
          <a:noFill/>
          <a:ln cap="flat" cmpd="sng" w="12700">
            <a:solidFill>
              <a:srgbClr val="0070C0"/>
            </a:solidFill>
            <a:prstDash val="solid"/>
            <a:round/>
            <a:headEnd len="sm" w="sm" type="none"/>
            <a:tailEnd len="med" w="med" type="triangle"/>
          </a:ln>
        </p:spPr>
      </p:cxnSp>
      <p:cxnSp>
        <p:nvCxnSpPr>
          <p:cNvPr id="241" name="Google Shape;241;p40"/>
          <p:cNvCxnSpPr>
            <a:stCxn id="220" idx="2"/>
            <a:endCxn id="221" idx="1"/>
          </p:cNvCxnSpPr>
          <p:nvPr/>
        </p:nvCxnSpPr>
        <p:spPr>
          <a:xfrm rot="5400000">
            <a:off x="4394522" y="4508279"/>
            <a:ext cx="337200" cy="548400"/>
          </a:xfrm>
          <a:prstGeom prst="bentConnector4">
            <a:avLst>
              <a:gd fmla="val 27406" name="adj1"/>
              <a:gd fmla="val 138463" name="adj2"/>
            </a:avLst>
          </a:prstGeom>
          <a:noFill/>
          <a:ln cap="flat" cmpd="sng" w="12700">
            <a:solidFill>
              <a:srgbClr val="2D2A1E"/>
            </a:solidFill>
            <a:prstDash val="solid"/>
            <a:round/>
            <a:headEnd len="sm" w="sm" type="none"/>
            <a:tailEnd len="med" w="med" type="triangle"/>
          </a:ln>
        </p:spPr>
      </p:cxnSp>
      <p:cxnSp>
        <p:nvCxnSpPr>
          <p:cNvPr id="242" name="Google Shape;242;p40"/>
          <p:cNvCxnSpPr>
            <a:stCxn id="221" idx="3"/>
          </p:cNvCxnSpPr>
          <p:nvPr/>
        </p:nvCxnSpPr>
        <p:spPr>
          <a:xfrm rot="10800000">
            <a:off x="5556290" y="849421"/>
            <a:ext cx="773700" cy="4101600"/>
          </a:xfrm>
          <a:prstGeom prst="bentConnector4">
            <a:avLst>
              <a:gd fmla="val -226686" name="adj1"/>
              <a:gd fmla="val 57432" name="adj2"/>
            </a:avLst>
          </a:prstGeom>
          <a:noFill/>
          <a:ln cap="flat" cmpd="sng" w="12700">
            <a:solidFill>
              <a:srgbClr val="0070C0"/>
            </a:solidFill>
            <a:prstDash val="solid"/>
            <a:round/>
            <a:headEnd len="sm" w="sm" type="none"/>
            <a:tailEnd len="med" w="med" type="triangle"/>
          </a:ln>
        </p:spPr>
      </p:cxnSp>
      <p:sp>
        <p:nvSpPr>
          <p:cNvPr id="243" name="Google Shape;243;p40"/>
          <p:cNvSpPr/>
          <p:nvPr/>
        </p:nvSpPr>
        <p:spPr>
          <a:xfrm>
            <a:off x="6574175" y="3195534"/>
            <a:ext cx="597000" cy="304800"/>
          </a:xfrm>
          <a:prstGeom prst="foldedCorner">
            <a:avLst>
              <a:gd fmla="val 16667"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DAN</a:t>
            </a:r>
            <a:endParaRPr sz="1200"/>
          </a:p>
        </p:txBody>
      </p:sp>
      <p:sp>
        <p:nvSpPr>
          <p:cNvPr id="244" name="Google Shape;244;p40"/>
          <p:cNvSpPr/>
          <p:nvPr/>
        </p:nvSpPr>
        <p:spPr>
          <a:xfrm>
            <a:off x="6559083" y="2786089"/>
            <a:ext cx="597000" cy="304800"/>
          </a:xfrm>
          <a:prstGeom prst="foldedCorner">
            <a:avLst>
              <a:gd fmla="val 16667"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DBN</a:t>
            </a:r>
            <a:endParaRPr sz="1200"/>
          </a:p>
        </p:txBody>
      </p:sp>
      <p:pic>
        <p:nvPicPr>
          <p:cNvPr id="245" name="Google Shape;245;p40"/>
          <p:cNvPicPr preferRelativeResize="0"/>
          <p:nvPr/>
        </p:nvPicPr>
        <p:blipFill rotWithShape="1">
          <a:blip r:embed="rId3">
            <a:alphaModFix/>
          </a:blip>
          <a:srcRect b="0" l="0" r="0" t="0"/>
          <a:stretch/>
        </p:blipFill>
        <p:spPr>
          <a:xfrm>
            <a:off x="6522370" y="3843569"/>
            <a:ext cx="613450" cy="334150"/>
          </a:xfrm>
          <a:prstGeom prst="rect">
            <a:avLst/>
          </a:prstGeom>
          <a:noFill/>
          <a:ln>
            <a:noFill/>
          </a:ln>
        </p:spPr>
      </p:pic>
      <p:sp>
        <p:nvSpPr>
          <p:cNvPr id="246" name="Google Shape;246;p40"/>
          <p:cNvSpPr/>
          <p:nvPr/>
        </p:nvSpPr>
        <p:spPr>
          <a:xfrm>
            <a:off x="5840784" y="1670465"/>
            <a:ext cx="597000" cy="304800"/>
          </a:xfrm>
          <a:prstGeom prst="foldedCorner">
            <a:avLst>
              <a:gd fmla="val 16667"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solidFill>
                  <a:schemeClr val="dk1"/>
                </a:solidFill>
                <a:latin typeface="Comic Sans MS"/>
                <a:ea typeface="Comic Sans MS"/>
                <a:cs typeface="Comic Sans MS"/>
                <a:sym typeface="Comic Sans MS"/>
              </a:rPr>
              <a:t>ERS</a:t>
            </a:r>
            <a:endParaRPr sz="1200"/>
          </a:p>
        </p:txBody>
      </p:sp>
      <p:sp>
        <p:nvSpPr>
          <p:cNvPr id="247" name="Google Shape;247;p40"/>
          <p:cNvSpPr/>
          <p:nvPr/>
        </p:nvSpPr>
        <p:spPr>
          <a:xfrm>
            <a:off x="5782401" y="3842561"/>
            <a:ext cx="655500" cy="304800"/>
          </a:xfrm>
          <a:prstGeom prst="foldedCorner">
            <a:avLst>
              <a:gd fmla="val 16667"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200">
                <a:latin typeface="Comic Sans MS"/>
                <a:ea typeface="Comic Sans MS"/>
                <a:cs typeface="Comic Sans MS"/>
                <a:sym typeface="Comic Sans MS"/>
              </a:rPr>
              <a:t>Código</a:t>
            </a:r>
            <a:endParaRPr sz="1200"/>
          </a:p>
        </p:txBody>
      </p:sp>
      <p:sp>
        <p:nvSpPr>
          <p:cNvPr id="248" name="Google Shape;248;p40"/>
          <p:cNvSpPr/>
          <p:nvPr/>
        </p:nvSpPr>
        <p:spPr>
          <a:xfrm>
            <a:off x="2635794" y="1486640"/>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200">
                <a:latin typeface="Comic Sans MS"/>
                <a:ea typeface="Comic Sans MS"/>
                <a:cs typeface="Comic Sans MS"/>
                <a:sym typeface="Comic Sans MS"/>
              </a:rPr>
              <a:t>Roles</a:t>
            </a:r>
            <a:endParaRPr sz="1000"/>
          </a:p>
        </p:txBody>
      </p:sp>
      <p:sp>
        <p:nvSpPr>
          <p:cNvPr id="249" name="Google Shape;249;p40"/>
          <p:cNvSpPr/>
          <p:nvPr/>
        </p:nvSpPr>
        <p:spPr>
          <a:xfrm>
            <a:off x="3304845" y="1482109"/>
            <a:ext cx="7083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latin typeface="Comic Sans MS"/>
                <a:ea typeface="Comic Sans MS"/>
                <a:cs typeface="Comic Sans MS"/>
                <a:sym typeface="Comic Sans MS"/>
              </a:rPr>
              <a:t>Std Doc</a:t>
            </a:r>
            <a:endParaRPr b="1" sz="1000">
              <a:latin typeface="Comic Sans MS"/>
              <a:ea typeface="Comic Sans MS"/>
              <a:cs typeface="Comic Sans MS"/>
              <a:sym typeface="Comic Sans MS"/>
            </a:endParaRPr>
          </a:p>
        </p:txBody>
      </p:sp>
      <p:sp>
        <p:nvSpPr>
          <p:cNvPr id="250" name="Google Shape;250;p40"/>
          <p:cNvSpPr/>
          <p:nvPr/>
        </p:nvSpPr>
        <p:spPr>
          <a:xfrm>
            <a:off x="4905908" y="1675951"/>
            <a:ext cx="597000" cy="319500"/>
          </a:xfrm>
          <a:prstGeom prst="foldedCorner">
            <a:avLst>
              <a:gd fmla="val 16667"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solidFill>
                  <a:schemeClr val="dk1"/>
                </a:solidFill>
                <a:latin typeface="Comic Sans MS"/>
                <a:ea typeface="Comic Sans MS"/>
                <a:cs typeface="Comic Sans MS"/>
                <a:sym typeface="Comic Sans MS"/>
              </a:rPr>
              <a:t>GCS</a:t>
            </a:r>
            <a:endParaRPr sz="1200"/>
          </a:p>
        </p:txBody>
      </p:sp>
      <p:sp>
        <p:nvSpPr>
          <p:cNvPr id="226" name="Google Shape;226;p40"/>
          <p:cNvSpPr/>
          <p:nvPr/>
        </p:nvSpPr>
        <p:spPr>
          <a:xfrm>
            <a:off x="4151562" y="424456"/>
            <a:ext cx="1371600" cy="857400"/>
          </a:xfrm>
          <a:prstGeom prst="can">
            <a:avLst>
              <a:gd fmla="val 25000"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0070C0"/>
                </a:solidFill>
                <a:latin typeface="Comic Sans MS"/>
                <a:ea typeface="Comic Sans MS"/>
                <a:cs typeface="Comic Sans MS"/>
                <a:sym typeface="Comic Sans MS"/>
              </a:rPr>
              <a:t>No LB</a:t>
            </a:r>
            <a:endParaRPr sz="1200"/>
          </a:p>
        </p:txBody>
      </p:sp>
      <p:sp>
        <p:nvSpPr>
          <p:cNvPr id="251" name="Google Shape;251;p40"/>
          <p:cNvSpPr/>
          <p:nvPr/>
        </p:nvSpPr>
        <p:spPr>
          <a:xfrm>
            <a:off x="4062492" y="1477952"/>
            <a:ext cx="7083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200">
                <a:latin typeface="Comic Sans MS"/>
                <a:ea typeface="Comic Sans MS"/>
                <a:cs typeface="Comic Sans MS"/>
                <a:sym typeface="Comic Sans MS"/>
              </a:rPr>
              <a:t>. . .</a:t>
            </a:r>
            <a:endParaRPr sz="1200"/>
          </a:p>
        </p:txBody>
      </p:sp>
      <p:sp>
        <p:nvSpPr>
          <p:cNvPr id="252" name="Google Shape;252;p40"/>
          <p:cNvSpPr/>
          <p:nvPr/>
        </p:nvSpPr>
        <p:spPr>
          <a:xfrm>
            <a:off x="2449061" y="2021565"/>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PPS</a:t>
            </a:r>
            <a:endParaRPr sz="1200"/>
          </a:p>
        </p:txBody>
      </p:sp>
      <p:cxnSp>
        <p:nvCxnSpPr>
          <p:cNvPr id="253" name="Google Shape;253;p40"/>
          <p:cNvCxnSpPr>
            <a:stCxn id="218" idx="2"/>
            <a:endCxn id="226" idx="4"/>
          </p:cNvCxnSpPr>
          <p:nvPr/>
        </p:nvCxnSpPr>
        <p:spPr>
          <a:xfrm rot="-5400000">
            <a:off x="3144708" y="1140914"/>
            <a:ext cx="2666400" cy="2090700"/>
          </a:xfrm>
          <a:prstGeom prst="bentConnector4">
            <a:avLst>
              <a:gd fmla="val -2058" name="adj1"/>
              <a:gd fmla="val 110098" name="adj2"/>
            </a:avLst>
          </a:prstGeom>
          <a:noFill/>
          <a:ln cap="flat" cmpd="sng" w="12700">
            <a:solidFill>
              <a:srgbClr val="0070C0"/>
            </a:solidFill>
            <a:prstDash val="solid"/>
            <a:round/>
            <a:headEnd len="sm" w="sm" type="none"/>
            <a:tailEnd len="med" w="med" type="triangle"/>
          </a:ln>
        </p:spPr>
      </p:cxnSp>
      <p:sp>
        <p:nvSpPr>
          <p:cNvPr id="254" name="Google Shape;254;p40"/>
          <p:cNvSpPr/>
          <p:nvPr/>
        </p:nvSpPr>
        <p:spPr>
          <a:xfrm>
            <a:off x="4589890" y="3206725"/>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PPI</a:t>
            </a:r>
            <a:endParaRPr sz="1200"/>
          </a:p>
        </p:txBody>
      </p:sp>
      <p:sp>
        <p:nvSpPr>
          <p:cNvPr id="255" name="Google Shape;255;p40"/>
          <p:cNvSpPr/>
          <p:nvPr/>
        </p:nvSpPr>
        <p:spPr>
          <a:xfrm>
            <a:off x="5051306" y="2723289"/>
            <a:ext cx="6111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Plan</a:t>
            </a:r>
            <a:endParaRPr sz="1200"/>
          </a:p>
        </p:txBody>
      </p:sp>
      <p:cxnSp>
        <p:nvCxnSpPr>
          <p:cNvPr id="256" name="Google Shape;256;p40"/>
          <p:cNvCxnSpPr>
            <a:stCxn id="237" idx="2"/>
            <a:endCxn id="226" idx="2"/>
          </p:cNvCxnSpPr>
          <p:nvPr/>
        </p:nvCxnSpPr>
        <p:spPr>
          <a:xfrm rot="-5400000">
            <a:off x="2072828" y="247883"/>
            <a:ext cx="1473300" cy="2684100"/>
          </a:xfrm>
          <a:prstGeom prst="bentConnector4">
            <a:avLst>
              <a:gd fmla="val -11637" name="adj1"/>
              <a:gd fmla="val 62534" name="adj2"/>
            </a:avLst>
          </a:prstGeom>
          <a:noFill/>
          <a:ln cap="flat" cmpd="sng" w="12700">
            <a:solidFill>
              <a:srgbClr val="0070C0"/>
            </a:solidFill>
            <a:prstDash val="solid"/>
            <a:round/>
            <a:headEnd len="sm" w="sm" type="none"/>
            <a:tailEnd len="med" w="med" type="triangle"/>
          </a:ln>
        </p:spPr>
      </p:cxnSp>
      <p:sp>
        <p:nvSpPr>
          <p:cNvPr id="237" name="Google Shape;237;p40"/>
          <p:cNvSpPr/>
          <p:nvPr/>
        </p:nvSpPr>
        <p:spPr>
          <a:xfrm>
            <a:off x="794828" y="2026283"/>
            <a:ext cx="1345200" cy="3003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Requisitos 1</a:t>
            </a:r>
            <a:endParaRPr sz="1200"/>
          </a:p>
        </p:txBody>
      </p:sp>
      <p:cxnSp>
        <p:nvCxnSpPr>
          <p:cNvPr id="257" name="Google Shape;257;p40"/>
          <p:cNvCxnSpPr>
            <a:stCxn id="237" idx="2"/>
            <a:endCxn id="217" idx="1"/>
          </p:cNvCxnSpPr>
          <p:nvPr/>
        </p:nvCxnSpPr>
        <p:spPr>
          <a:xfrm rot="5400000">
            <a:off x="937328" y="2288783"/>
            <a:ext cx="492300" cy="567900"/>
          </a:xfrm>
          <a:prstGeom prst="bentConnector4">
            <a:avLst>
              <a:gd fmla="val 23233" name="adj1"/>
              <a:gd fmla="val 137171" name="adj2"/>
            </a:avLst>
          </a:prstGeom>
          <a:noFill/>
          <a:ln cap="flat" cmpd="sng" w="12700">
            <a:solidFill>
              <a:srgbClr val="2D2A1E"/>
            </a:solidFill>
            <a:prstDash val="solid"/>
            <a:round/>
            <a:headEnd len="sm" w="sm" type="none"/>
            <a:tailEnd len="med" w="med" type="triangle"/>
          </a:ln>
        </p:spPr>
      </p:cxnSp>
      <p:sp>
        <p:nvSpPr>
          <p:cNvPr id="258" name="Google Shape;258;p40"/>
          <p:cNvSpPr/>
          <p:nvPr/>
        </p:nvSpPr>
        <p:spPr>
          <a:xfrm>
            <a:off x="6127276" y="4416867"/>
            <a:ext cx="1091400" cy="2013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latin typeface="Comic Sans MS"/>
                <a:ea typeface="Comic Sans MS"/>
                <a:cs typeface="Comic Sans MS"/>
                <a:sym typeface="Comic Sans MS"/>
              </a:rPr>
              <a:t>CPU, CPI, CPS</a:t>
            </a:r>
            <a:endParaRPr sz="1200"/>
          </a:p>
        </p:txBody>
      </p:sp>
      <p:sp>
        <p:nvSpPr>
          <p:cNvPr id="259" name="Google Shape;259;p40"/>
          <p:cNvSpPr/>
          <p:nvPr/>
        </p:nvSpPr>
        <p:spPr>
          <a:xfrm>
            <a:off x="6625634" y="4735476"/>
            <a:ext cx="1091400" cy="2013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latin typeface="Comic Sans MS"/>
                <a:ea typeface="Comic Sans MS"/>
                <a:cs typeface="Comic Sans MS"/>
                <a:sym typeface="Comic Sans MS"/>
              </a:rPr>
              <a:t>PostMortem</a:t>
            </a:r>
            <a:endParaRPr b="1" sz="1000">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96300" y="-7800"/>
            <a:ext cx="86049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Identificación – 1.2 Línea Base – 3</a:t>
            </a:r>
            <a:endParaRPr sz="2600"/>
          </a:p>
        </p:txBody>
      </p:sp>
      <p:sp>
        <p:nvSpPr>
          <p:cNvPr id="265" name="Google Shape;265;p41"/>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266" name="Google Shape;266;p41"/>
          <p:cNvSpPr/>
          <p:nvPr/>
        </p:nvSpPr>
        <p:spPr>
          <a:xfrm>
            <a:off x="274474" y="1439882"/>
            <a:ext cx="21423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Lanzamiento Ciclo 1</a:t>
            </a:r>
            <a:endParaRPr sz="1200"/>
          </a:p>
        </p:txBody>
      </p:sp>
      <p:sp>
        <p:nvSpPr>
          <p:cNvPr id="267" name="Google Shape;267;p41"/>
          <p:cNvSpPr txBox="1"/>
          <p:nvPr/>
        </p:nvSpPr>
        <p:spPr>
          <a:xfrm>
            <a:off x="261735" y="739620"/>
            <a:ext cx="2395800" cy="572400"/>
          </a:xfrm>
          <a:prstGeom prst="rect">
            <a:avLst/>
          </a:prstGeom>
          <a:noFill/>
          <a:ln>
            <a:noFill/>
          </a:ln>
        </p:spPr>
        <p:txBody>
          <a:bodyPr anchorCtr="0" anchor="t" bIns="39550" lIns="79125" spcFirstLastPara="1" rIns="79125" wrap="square" tIns="39550">
            <a:spAutoFit/>
          </a:bodyPr>
          <a:lstStyle/>
          <a:p>
            <a:pPr indent="0" lvl="0" marL="0" marR="0" rtl="0" algn="ctr">
              <a:spcBef>
                <a:spcPts val="0"/>
              </a:spcBef>
              <a:spcAft>
                <a:spcPts val="0"/>
              </a:spcAft>
              <a:buNone/>
            </a:pPr>
            <a:r>
              <a:rPr b="0" lang="es" sz="1600">
                <a:latin typeface="Times New Roman"/>
                <a:ea typeface="Times New Roman"/>
                <a:cs typeface="Times New Roman"/>
                <a:sym typeface="Times New Roman"/>
              </a:rPr>
              <a:t>Declaración de Necesidad</a:t>
            </a:r>
            <a:endParaRPr sz="1200"/>
          </a:p>
          <a:p>
            <a:pPr indent="0" lvl="0" marL="0" marR="0" rtl="0" algn="ctr">
              <a:spcBef>
                <a:spcPts val="0"/>
              </a:spcBef>
              <a:spcAft>
                <a:spcPts val="0"/>
              </a:spcAft>
              <a:buNone/>
            </a:pPr>
            <a:r>
              <a:rPr b="0" lang="es" sz="1600">
                <a:latin typeface="Times New Roman"/>
                <a:ea typeface="Times New Roman"/>
                <a:cs typeface="Times New Roman"/>
                <a:sym typeface="Times New Roman"/>
              </a:rPr>
              <a:t>del Producto</a:t>
            </a:r>
            <a:endParaRPr sz="1200"/>
          </a:p>
        </p:txBody>
      </p:sp>
      <p:sp>
        <p:nvSpPr>
          <p:cNvPr id="268" name="Google Shape;268;p41"/>
          <p:cNvSpPr/>
          <p:nvPr/>
        </p:nvSpPr>
        <p:spPr>
          <a:xfrm>
            <a:off x="536478" y="1960800"/>
            <a:ext cx="2041200" cy="283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Requisitos 1</a:t>
            </a:r>
            <a:endParaRPr sz="1200"/>
          </a:p>
        </p:txBody>
      </p:sp>
      <p:sp>
        <p:nvSpPr>
          <p:cNvPr id="269" name="Google Shape;269;p41"/>
          <p:cNvSpPr/>
          <p:nvPr/>
        </p:nvSpPr>
        <p:spPr>
          <a:xfrm>
            <a:off x="1501775" y="2534019"/>
            <a:ext cx="2045700" cy="4839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Estrategia 1 y 2</a:t>
            </a:r>
            <a:endParaRPr sz="1200"/>
          </a:p>
          <a:p>
            <a:pPr indent="0" lvl="0" marL="0" marR="0" rtl="0" algn="ctr">
              <a:spcBef>
                <a:spcPts val="0"/>
              </a:spcBef>
              <a:spcAft>
                <a:spcPts val="0"/>
              </a:spcAft>
              <a:buNone/>
            </a:pPr>
            <a:r>
              <a:rPr b="0" lang="es" sz="1700">
                <a:latin typeface="Times New Roman"/>
                <a:ea typeface="Times New Roman"/>
                <a:cs typeface="Times New Roman"/>
                <a:sym typeface="Times New Roman"/>
              </a:rPr>
              <a:t>Plan 1</a:t>
            </a:r>
            <a:endParaRPr sz="1200"/>
          </a:p>
        </p:txBody>
      </p:sp>
      <p:sp>
        <p:nvSpPr>
          <p:cNvPr id="270" name="Google Shape;270;p41"/>
          <p:cNvSpPr/>
          <p:nvPr/>
        </p:nvSpPr>
        <p:spPr>
          <a:xfrm>
            <a:off x="2411958" y="3214664"/>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Diseño (alto, bajo) 1</a:t>
            </a:r>
            <a:endParaRPr sz="1200"/>
          </a:p>
        </p:txBody>
      </p:sp>
      <p:sp>
        <p:nvSpPr>
          <p:cNvPr id="271" name="Google Shape;271;p41"/>
          <p:cNvSpPr/>
          <p:nvPr/>
        </p:nvSpPr>
        <p:spPr>
          <a:xfrm>
            <a:off x="3218471" y="3808913"/>
            <a:ext cx="20295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Codificación 1</a:t>
            </a:r>
            <a:endParaRPr sz="1200"/>
          </a:p>
        </p:txBody>
      </p:sp>
      <p:sp>
        <p:nvSpPr>
          <p:cNvPr id="272" name="Google Shape;272;p41"/>
          <p:cNvSpPr/>
          <p:nvPr/>
        </p:nvSpPr>
        <p:spPr>
          <a:xfrm>
            <a:off x="3816722" y="4309079"/>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Pruebas 1</a:t>
            </a:r>
            <a:endParaRPr sz="1200"/>
          </a:p>
        </p:txBody>
      </p:sp>
      <p:sp>
        <p:nvSpPr>
          <p:cNvPr id="273" name="Google Shape;273;p41"/>
          <p:cNvSpPr/>
          <p:nvPr/>
        </p:nvSpPr>
        <p:spPr>
          <a:xfrm>
            <a:off x="4288790" y="4798621"/>
            <a:ext cx="2041200" cy="304800"/>
          </a:xfrm>
          <a:prstGeom prst="rect">
            <a:avLst/>
          </a:prstGeom>
          <a:noFill/>
          <a:ln cap="flat" cmpd="sng" w="9525">
            <a:solidFill>
              <a:schemeClr val="dk1"/>
            </a:solidFill>
            <a:prstDash val="solid"/>
            <a:miter lim="800000"/>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0" lang="es" sz="1700">
                <a:latin typeface="Times New Roman"/>
                <a:ea typeface="Times New Roman"/>
                <a:cs typeface="Times New Roman"/>
                <a:sym typeface="Times New Roman"/>
              </a:rPr>
              <a:t>Post-Mortem 1</a:t>
            </a:r>
            <a:endParaRPr sz="1200"/>
          </a:p>
        </p:txBody>
      </p:sp>
      <p:cxnSp>
        <p:nvCxnSpPr>
          <p:cNvPr id="274" name="Google Shape;274;p41"/>
          <p:cNvCxnSpPr>
            <a:endCxn id="266" idx="0"/>
          </p:cNvCxnSpPr>
          <p:nvPr/>
        </p:nvCxnSpPr>
        <p:spPr>
          <a:xfrm>
            <a:off x="1343824" y="1273682"/>
            <a:ext cx="1800" cy="166200"/>
          </a:xfrm>
          <a:prstGeom prst="straightConnector1">
            <a:avLst/>
          </a:prstGeom>
          <a:noFill/>
          <a:ln cap="flat" cmpd="sng" w="9525">
            <a:solidFill>
              <a:schemeClr val="dk1"/>
            </a:solidFill>
            <a:prstDash val="solid"/>
            <a:round/>
            <a:headEnd len="med" w="med" type="none"/>
            <a:tailEnd len="med" w="med" type="triangle"/>
          </a:ln>
        </p:spPr>
      </p:cxnSp>
      <p:sp>
        <p:nvSpPr>
          <p:cNvPr id="275" name="Google Shape;275;p41"/>
          <p:cNvSpPr/>
          <p:nvPr/>
        </p:nvSpPr>
        <p:spPr>
          <a:xfrm>
            <a:off x="6545655" y="1564088"/>
            <a:ext cx="1371600" cy="903900"/>
          </a:xfrm>
          <a:prstGeom prst="can">
            <a:avLst>
              <a:gd fmla="val 25000" name="adj"/>
            </a:avLst>
          </a:prstGeom>
          <a:solidFill>
            <a:schemeClr val="accent1"/>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0070C0"/>
                </a:solidFill>
                <a:latin typeface="Comic Sans MS"/>
                <a:ea typeface="Comic Sans MS"/>
                <a:cs typeface="Comic Sans MS"/>
                <a:sym typeface="Comic Sans MS"/>
              </a:rPr>
              <a:t>No LB</a:t>
            </a:r>
            <a:endParaRPr sz="1200"/>
          </a:p>
        </p:txBody>
      </p:sp>
      <p:cxnSp>
        <p:nvCxnSpPr>
          <p:cNvPr id="276" name="Google Shape;276;p41"/>
          <p:cNvCxnSpPr>
            <a:stCxn id="269" idx="2"/>
            <a:endCxn id="275" idx="2"/>
          </p:cNvCxnSpPr>
          <p:nvPr/>
        </p:nvCxnSpPr>
        <p:spPr>
          <a:xfrm rot="-5400000">
            <a:off x="4034075" y="506469"/>
            <a:ext cx="1002000" cy="4020900"/>
          </a:xfrm>
          <a:prstGeom prst="bentConnector4">
            <a:avLst>
              <a:gd fmla="val -10489" name="adj1"/>
              <a:gd fmla="val 62721" name="adj2"/>
            </a:avLst>
          </a:prstGeom>
          <a:noFill/>
          <a:ln cap="flat" cmpd="sng" w="12700">
            <a:solidFill>
              <a:srgbClr val="0070C0"/>
            </a:solidFill>
            <a:prstDash val="solid"/>
            <a:round/>
            <a:headEnd len="sm" w="sm" type="none"/>
            <a:tailEnd len="med" w="med" type="triangle"/>
          </a:ln>
        </p:spPr>
      </p:cxnSp>
      <p:cxnSp>
        <p:nvCxnSpPr>
          <p:cNvPr id="277" name="Google Shape;277;p41"/>
          <p:cNvCxnSpPr>
            <a:stCxn id="270" idx="2"/>
            <a:endCxn id="271" idx="1"/>
          </p:cNvCxnSpPr>
          <p:nvPr/>
        </p:nvCxnSpPr>
        <p:spPr>
          <a:xfrm rot="5400000">
            <a:off x="3104508" y="3633314"/>
            <a:ext cx="441900" cy="214200"/>
          </a:xfrm>
          <a:prstGeom prst="bentConnector4">
            <a:avLst>
              <a:gd fmla="val 25447" name="adj1"/>
              <a:gd fmla="val 198608" name="adj2"/>
            </a:avLst>
          </a:prstGeom>
          <a:noFill/>
          <a:ln cap="flat" cmpd="sng" w="12700">
            <a:solidFill>
              <a:srgbClr val="2D2A1E"/>
            </a:solidFill>
            <a:prstDash val="solid"/>
            <a:round/>
            <a:headEnd len="sm" w="sm" type="none"/>
            <a:tailEnd len="med" w="med" type="triangle"/>
          </a:ln>
        </p:spPr>
      </p:cxnSp>
      <p:cxnSp>
        <p:nvCxnSpPr>
          <p:cNvPr id="278" name="Google Shape;278;p41"/>
          <p:cNvCxnSpPr>
            <a:stCxn id="269" idx="2"/>
            <a:endCxn id="270" idx="1"/>
          </p:cNvCxnSpPr>
          <p:nvPr/>
        </p:nvCxnSpPr>
        <p:spPr>
          <a:xfrm rot="5400000">
            <a:off x="2293625" y="3136119"/>
            <a:ext cx="349200" cy="112800"/>
          </a:xfrm>
          <a:prstGeom prst="bentConnector4">
            <a:avLst>
              <a:gd fmla="val 28184" name="adj1"/>
              <a:gd fmla="val 287176" name="adj2"/>
            </a:avLst>
          </a:prstGeom>
          <a:noFill/>
          <a:ln cap="flat" cmpd="sng" w="12700">
            <a:solidFill>
              <a:srgbClr val="2D2A1E"/>
            </a:solidFill>
            <a:prstDash val="solid"/>
            <a:round/>
            <a:headEnd len="sm" w="sm" type="none"/>
            <a:tailEnd len="med" w="med" type="triangle"/>
          </a:ln>
        </p:spPr>
      </p:cxnSp>
      <p:cxnSp>
        <p:nvCxnSpPr>
          <p:cNvPr id="279" name="Google Shape;279;p41"/>
          <p:cNvCxnSpPr>
            <a:stCxn id="271" idx="2"/>
            <a:endCxn id="272" idx="1"/>
          </p:cNvCxnSpPr>
          <p:nvPr/>
        </p:nvCxnSpPr>
        <p:spPr>
          <a:xfrm rot="5400000">
            <a:off x="3851171" y="4079363"/>
            <a:ext cx="347700" cy="416400"/>
          </a:xfrm>
          <a:prstGeom prst="bentConnector4">
            <a:avLst>
              <a:gd fmla="val 28082" name="adj1"/>
              <a:gd fmla="val 150673" name="adj2"/>
            </a:avLst>
          </a:prstGeom>
          <a:noFill/>
          <a:ln cap="flat" cmpd="sng" w="12700">
            <a:solidFill>
              <a:srgbClr val="2D2A1E"/>
            </a:solidFill>
            <a:prstDash val="solid"/>
            <a:round/>
            <a:headEnd len="sm" w="sm" type="none"/>
            <a:tailEnd len="med" w="med" type="triangle"/>
          </a:ln>
        </p:spPr>
      </p:cxnSp>
      <p:cxnSp>
        <p:nvCxnSpPr>
          <p:cNvPr id="280" name="Google Shape;280;p41"/>
          <p:cNvCxnSpPr>
            <a:stCxn id="268" idx="2"/>
            <a:endCxn id="269" idx="1"/>
          </p:cNvCxnSpPr>
          <p:nvPr/>
        </p:nvCxnSpPr>
        <p:spPr>
          <a:xfrm rot="5400000">
            <a:off x="1263828" y="2482650"/>
            <a:ext cx="531300" cy="55200"/>
          </a:xfrm>
          <a:prstGeom prst="bentConnector4">
            <a:avLst>
              <a:gd fmla="val 27232" name="adj1"/>
              <a:gd fmla="val 480924" name="adj2"/>
            </a:avLst>
          </a:prstGeom>
          <a:noFill/>
          <a:ln cap="flat" cmpd="sng" w="12700">
            <a:solidFill>
              <a:srgbClr val="2D2A1E"/>
            </a:solidFill>
            <a:prstDash val="solid"/>
            <a:round/>
            <a:headEnd len="sm" w="sm" type="none"/>
            <a:tailEnd len="med" w="med" type="triangle"/>
          </a:ln>
        </p:spPr>
      </p:cxnSp>
      <p:cxnSp>
        <p:nvCxnSpPr>
          <p:cNvPr id="281" name="Google Shape;281;p41"/>
          <p:cNvCxnSpPr>
            <a:stCxn id="266" idx="2"/>
            <a:endCxn id="268" idx="1"/>
          </p:cNvCxnSpPr>
          <p:nvPr/>
        </p:nvCxnSpPr>
        <p:spPr>
          <a:xfrm rot="5400000">
            <a:off x="762124" y="1519082"/>
            <a:ext cx="357900" cy="809100"/>
          </a:xfrm>
          <a:prstGeom prst="bentConnector4">
            <a:avLst>
              <a:gd fmla="val 30186" name="adj1"/>
              <a:gd fmla="val 126081" name="adj2"/>
            </a:avLst>
          </a:prstGeom>
          <a:noFill/>
          <a:ln cap="flat" cmpd="sng" w="12700">
            <a:solidFill>
              <a:srgbClr val="2D2A1E"/>
            </a:solidFill>
            <a:prstDash val="solid"/>
            <a:round/>
            <a:headEnd len="sm" w="sm" type="none"/>
            <a:tailEnd len="med" w="med" type="triangle"/>
          </a:ln>
        </p:spPr>
      </p:cxnSp>
      <p:cxnSp>
        <p:nvCxnSpPr>
          <p:cNvPr id="282" name="Google Shape;282;p41"/>
          <p:cNvCxnSpPr>
            <a:stCxn id="266" idx="2"/>
            <a:endCxn id="275" idx="1"/>
          </p:cNvCxnSpPr>
          <p:nvPr/>
        </p:nvCxnSpPr>
        <p:spPr>
          <a:xfrm rot="-5400000">
            <a:off x="4198174" y="-1288468"/>
            <a:ext cx="180600" cy="5885700"/>
          </a:xfrm>
          <a:prstGeom prst="bentConnector5">
            <a:avLst>
              <a:gd fmla="val -56364" name="adj1"/>
              <a:gd fmla="val 59458" name="adj2"/>
              <a:gd fmla="val 194849" name="adj3"/>
            </a:avLst>
          </a:prstGeom>
          <a:noFill/>
          <a:ln cap="flat" cmpd="sng" w="12700">
            <a:solidFill>
              <a:srgbClr val="0070C0"/>
            </a:solidFill>
            <a:prstDash val="solid"/>
            <a:round/>
            <a:headEnd len="sm" w="sm" type="none"/>
            <a:tailEnd len="med" w="med" type="triangle"/>
          </a:ln>
        </p:spPr>
      </p:cxnSp>
      <p:cxnSp>
        <p:nvCxnSpPr>
          <p:cNvPr id="283" name="Google Shape;283;p41"/>
          <p:cNvCxnSpPr>
            <a:stCxn id="272" idx="2"/>
            <a:endCxn id="275" idx="4"/>
          </p:cNvCxnSpPr>
          <p:nvPr/>
        </p:nvCxnSpPr>
        <p:spPr>
          <a:xfrm rot="-5400000">
            <a:off x="5078372" y="1775129"/>
            <a:ext cx="2597700" cy="3079800"/>
          </a:xfrm>
          <a:prstGeom prst="bentConnector4">
            <a:avLst>
              <a:gd fmla="val -3695" name="adj1"/>
              <a:gd fmla="val 106849" name="adj2"/>
            </a:avLst>
          </a:prstGeom>
          <a:noFill/>
          <a:ln cap="flat" cmpd="sng" w="12700">
            <a:solidFill>
              <a:srgbClr val="0070C0"/>
            </a:solidFill>
            <a:prstDash val="solid"/>
            <a:round/>
            <a:headEnd len="sm" w="sm" type="none"/>
            <a:tailEnd len="med" w="med" type="triangle"/>
          </a:ln>
        </p:spPr>
      </p:cxnSp>
      <p:cxnSp>
        <p:nvCxnSpPr>
          <p:cNvPr id="284" name="Google Shape;284;p41"/>
          <p:cNvCxnSpPr>
            <a:stCxn id="272" idx="2"/>
            <a:endCxn id="273" idx="1"/>
          </p:cNvCxnSpPr>
          <p:nvPr/>
        </p:nvCxnSpPr>
        <p:spPr>
          <a:xfrm rot="5400000">
            <a:off x="4394522" y="4508279"/>
            <a:ext cx="337200" cy="548400"/>
          </a:xfrm>
          <a:prstGeom prst="bentConnector4">
            <a:avLst>
              <a:gd fmla="val 27406" name="adj1"/>
              <a:gd fmla="val 138463" name="adj2"/>
            </a:avLst>
          </a:prstGeom>
          <a:noFill/>
          <a:ln cap="flat" cmpd="sng" w="12700">
            <a:solidFill>
              <a:srgbClr val="2D2A1E"/>
            </a:solidFill>
            <a:prstDash val="solid"/>
            <a:round/>
            <a:headEnd len="sm" w="sm" type="none"/>
            <a:tailEnd len="med" w="med" type="triangle"/>
          </a:ln>
        </p:spPr>
      </p:cxnSp>
      <p:cxnSp>
        <p:nvCxnSpPr>
          <p:cNvPr id="285" name="Google Shape;285;p41"/>
          <p:cNvCxnSpPr>
            <a:stCxn id="273" idx="3"/>
            <a:endCxn id="275" idx="4"/>
          </p:cNvCxnSpPr>
          <p:nvPr/>
        </p:nvCxnSpPr>
        <p:spPr>
          <a:xfrm flipH="1" rot="10800000">
            <a:off x="6329990" y="2016121"/>
            <a:ext cx="1587300" cy="2934900"/>
          </a:xfrm>
          <a:prstGeom prst="bentConnector3">
            <a:avLst>
              <a:gd fmla="val 113305" name="adj1"/>
            </a:avLst>
          </a:prstGeom>
          <a:noFill/>
          <a:ln cap="flat" cmpd="sng" w="12700">
            <a:solidFill>
              <a:srgbClr val="0070C0"/>
            </a:solidFill>
            <a:prstDash val="solid"/>
            <a:round/>
            <a:headEnd len="sm" w="sm" type="none"/>
            <a:tailEnd len="med" w="med" type="triangle"/>
          </a:ln>
        </p:spPr>
      </p:cxnSp>
      <p:sp>
        <p:nvSpPr>
          <p:cNvPr id="286" name="Google Shape;286;p41"/>
          <p:cNvSpPr/>
          <p:nvPr/>
        </p:nvSpPr>
        <p:spPr>
          <a:xfrm>
            <a:off x="2635794" y="1486640"/>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Roles</a:t>
            </a:r>
            <a:endParaRPr sz="1100"/>
          </a:p>
        </p:txBody>
      </p:sp>
      <p:sp>
        <p:nvSpPr>
          <p:cNvPr id="287" name="Google Shape;287;p41"/>
          <p:cNvSpPr/>
          <p:nvPr/>
        </p:nvSpPr>
        <p:spPr>
          <a:xfrm>
            <a:off x="3304845" y="1482109"/>
            <a:ext cx="7083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100">
                <a:latin typeface="Comic Sans MS"/>
                <a:ea typeface="Comic Sans MS"/>
                <a:cs typeface="Comic Sans MS"/>
                <a:sym typeface="Comic Sans MS"/>
              </a:rPr>
              <a:t>Std Doc</a:t>
            </a:r>
            <a:endParaRPr b="1" sz="1100">
              <a:latin typeface="Comic Sans MS"/>
              <a:ea typeface="Comic Sans MS"/>
              <a:cs typeface="Comic Sans MS"/>
              <a:sym typeface="Comic Sans MS"/>
            </a:endParaRPr>
          </a:p>
        </p:txBody>
      </p:sp>
      <p:sp>
        <p:nvSpPr>
          <p:cNvPr id="288" name="Google Shape;288;p41"/>
          <p:cNvSpPr/>
          <p:nvPr/>
        </p:nvSpPr>
        <p:spPr>
          <a:xfrm>
            <a:off x="4062492" y="1477952"/>
            <a:ext cx="7083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800">
                <a:latin typeface="Comic Sans MS"/>
                <a:ea typeface="Comic Sans MS"/>
                <a:cs typeface="Comic Sans MS"/>
                <a:sym typeface="Comic Sans MS"/>
              </a:rPr>
              <a:t>CV a Aplicar</a:t>
            </a:r>
            <a:endParaRPr sz="1100"/>
          </a:p>
        </p:txBody>
      </p:sp>
      <p:sp>
        <p:nvSpPr>
          <p:cNvPr id="289" name="Google Shape;289;p41"/>
          <p:cNvSpPr/>
          <p:nvPr/>
        </p:nvSpPr>
        <p:spPr>
          <a:xfrm>
            <a:off x="2768792" y="2026317"/>
            <a:ext cx="536100" cy="3111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PPS</a:t>
            </a:r>
            <a:endParaRPr sz="1200"/>
          </a:p>
        </p:txBody>
      </p:sp>
      <p:cxnSp>
        <p:nvCxnSpPr>
          <p:cNvPr id="290" name="Google Shape;290;p41"/>
          <p:cNvCxnSpPr>
            <a:stCxn id="270" idx="2"/>
            <a:endCxn id="275" idx="2"/>
          </p:cNvCxnSpPr>
          <p:nvPr/>
        </p:nvCxnSpPr>
        <p:spPr>
          <a:xfrm rot="-5400000">
            <a:off x="4237458" y="1211264"/>
            <a:ext cx="1503300" cy="3113100"/>
          </a:xfrm>
          <a:prstGeom prst="bentConnector4">
            <a:avLst>
              <a:gd fmla="val -7754" name="adj1"/>
              <a:gd fmla="val 89437" name="adj2"/>
            </a:avLst>
          </a:prstGeom>
          <a:noFill/>
          <a:ln cap="flat" cmpd="sng" w="12700">
            <a:solidFill>
              <a:srgbClr val="0070C0"/>
            </a:solidFill>
            <a:prstDash val="solid"/>
            <a:round/>
            <a:headEnd len="sm" w="sm" type="none"/>
            <a:tailEnd len="med" w="med" type="triangle"/>
          </a:ln>
        </p:spPr>
      </p:cxnSp>
      <p:sp>
        <p:nvSpPr>
          <p:cNvPr id="291" name="Google Shape;291;p41"/>
          <p:cNvSpPr/>
          <p:nvPr/>
        </p:nvSpPr>
        <p:spPr>
          <a:xfrm>
            <a:off x="4614049" y="3243262"/>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400">
                <a:latin typeface="Comic Sans MS"/>
                <a:ea typeface="Comic Sans MS"/>
                <a:cs typeface="Comic Sans MS"/>
                <a:sym typeface="Comic Sans MS"/>
              </a:rPr>
              <a:t>PPI</a:t>
            </a:r>
            <a:endParaRPr sz="1200"/>
          </a:p>
        </p:txBody>
      </p:sp>
      <p:sp>
        <p:nvSpPr>
          <p:cNvPr id="292" name="Google Shape;292;p41"/>
          <p:cNvSpPr/>
          <p:nvPr/>
        </p:nvSpPr>
        <p:spPr>
          <a:xfrm>
            <a:off x="4475848" y="2691056"/>
            <a:ext cx="5361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Plan</a:t>
            </a:r>
            <a:endParaRPr sz="1100"/>
          </a:p>
        </p:txBody>
      </p:sp>
      <p:cxnSp>
        <p:nvCxnSpPr>
          <p:cNvPr id="293" name="Google Shape;293;p41"/>
          <p:cNvCxnSpPr>
            <a:stCxn id="268" idx="2"/>
            <a:endCxn id="275" idx="2"/>
          </p:cNvCxnSpPr>
          <p:nvPr/>
        </p:nvCxnSpPr>
        <p:spPr>
          <a:xfrm rot="-5400000">
            <a:off x="3937128" y="-364050"/>
            <a:ext cx="228600" cy="4988700"/>
          </a:xfrm>
          <a:prstGeom prst="bentConnector4">
            <a:avLst>
              <a:gd fmla="val -65323" name="adj1"/>
              <a:gd fmla="val 60231" name="adj2"/>
            </a:avLst>
          </a:prstGeom>
          <a:noFill/>
          <a:ln cap="flat" cmpd="sng" w="12700">
            <a:solidFill>
              <a:srgbClr val="0070C0"/>
            </a:solidFill>
            <a:prstDash val="solid"/>
            <a:round/>
            <a:headEnd len="sm" w="sm" type="none"/>
            <a:tailEnd len="med" w="med" type="triangle"/>
          </a:ln>
        </p:spPr>
      </p:cxnSp>
      <p:cxnSp>
        <p:nvCxnSpPr>
          <p:cNvPr id="294" name="Google Shape;294;p41"/>
          <p:cNvCxnSpPr>
            <a:stCxn id="271" idx="2"/>
            <a:endCxn id="275" idx="3"/>
          </p:cNvCxnSpPr>
          <p:nvPr/>
        </p:nvCxnSpPr>
        <p:spPr>
          <a:xfrm rot="-5400000">
            <a:off x="4909421" y="1791713"/>
            <a:ext cx="1645800" cy="2998200"/>
          </a:xfrm>
          <a:prstGeom prst="bentConnector3">
            <a:avLst>
              <a:gd fmla="val -5834" name="adj1"/>
            </a:avLst>
          </a:prstGeom>
          <a:noFill/>
          <a:ln cap="flat" cmpd="sng" w="12700">
            <a:solidFill>
              <a:srgbClr val="0070C0"/>
            </a:solidFill>
            <a:prstDash val="solid"/>
            <a:round/>
            <a:headEnd len="sm" w="sm" type="none"/>
            <a:tailEnd len="med" w="med" type="triangle"/>
          </a:ln>
        </p:spPr>
      </p:cxnSp>
      <p:sp>
        <p:nvSpPr>
          <p:cNvPr id="295" name="Google Shape;295;p41"/>
          <p:cNvSpPr/>
          <p:nvPr/>
        </p:nvSpPr>
        <p:spPr>
          <a:xfrm>
            <a:off x="5948575" y="3812163"/>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CPU</a:t>
            </a:r>
            <a:endParaRPr sz="1100"/>
          </a:p>
        </p:txBody>
      </p:sp>
      <p:sp>
        <p:nvSpPr>
          <p:cNvPr id="296" name="Google Shape;296;p41"/>
          <p:cNvSpPr/>
          <p:nvPr/>
        </p:nvSpPr>
        <p:spPr>
          <a:xfrm>
            <a:off x="6618474" y="3801539"/>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RPU</a:t>
            </a:r>
            <a:endParaRPr sz="1100"/>
          </a:p>
        </p:txBody>
      </p:sp>
      <p:sp>
        <p:nvSpPr>
          <p:cNvPr id="297" name="Google Shape;297;p41"/>
          <p:cNvSpPr/>
          <p:nvPr/>
        </p:nvSpPr>
        <p:spPr>
          <a:xfrm>
            <a:off x="5932793" y="4334921"/>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CPI</a:t>
            </a:r>
            <a:endParaRPr sz="1100"/>
          </a:p>
        </p:txBody>
      </p:sp>
      <p:sp>
        <p:nvSpPr>
          <p:cNvPr id="298" name="Google Shape;298;p41"/>
          <p:cNvSpPr/>
          <p:nvPr/>
        </p:nvSpPr>
        <p:spPr>
          <a:xfrm>
            <a:off x="6602692" y="4324297"/>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RPI</a:t>
            </a:r>
            <a:endParaRPr sz="1100"/>
          </a:p>
        </p:txBody>
      </p:sp>
      <p:sp>
        <p:nvSpPr>
          <p:cNvPr id="299" name="Google Shape;299;p41"/>
          <p:cNvSpPr/>
          <p:nvPr/>
        </p:nvSpPr>
        <p:spPr>
          <a:xfrm>
            <a:off x="7460088" y="4317282"/>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CPS</a:t>
            </a:r>
            <a:endParaRPr sz="1100"/>
          </a:p>
        </p:txBody>
      </p:sp>
      <p:sp>
        <p:nvSpPr>
          <p:cNvPr id="300" name="Google Shape;300;p41"/>
          <p:cNvSpPr/>
          <p:nvPr/>
        </p:nvSpPr>
        <p:spPr>
          <a:xfrm>
            <a:off x="7460088" y="3936302"/>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300">
                <a:latin typeface="Comic Sans MS"/>
                <a:ea typeface="Comic Sans MS"/>
                <a:cs typeface="Comic Sans MS"/>
                <a:sym typeface="Comic Sans MS"/>
              </a:rPr>
              <a:t>RPS</a:t>
            </a:r>
            <a:endParaRPr sz="1100"/>
          </a:p>
        </p:txBody>
      </p:sp>
      <p:sp>
        <p:nvSpPr>
          <p:cNvPr id="301" name="Google Shape;301;p41"/>
          <p:cNvSpPr/>
          <p:nvPr/>
        </p:nvSpPr>
        <p:spPr>
          <a:xfrm>
            <a:off x="5068047" y="2691056"/>
            <a:ext cx="6759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700">
                <a:latin typeface="Comic Sans MS"/>
                <a:ea typeface="Comic Sans MS"/>
                <a:cs typeface="Comic Sans MS"/>
                <a:sym typeface="Comic Sans MS"/>
              </a:rPr>
              <a:t>Calendario</a:t>
            </a:r>
            <a:endParaRPr sz="1100"/>
          </a:p>
        </p:txBody>
      </p:sp>
      <p:sp>
        <p:nvSpPr>
          <p:cNvPr id="302" name="Google Shape;302;p41"/>
          <p:cNvSpPr/>
          <p:nvPr/>
        </p:nvSpPr>
        <p:spPr>
          <a:xfrm>
            <a:off x="3636571" y="2691056"/>
            <a:ext cx="7299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800">
                <a:latin typeface="Comic Sans MS"/>
                <a:ea typeface="Comic Sans MS"/>
                <a:cs typeface="Comic Sans MS"/>
                <a:sym typeface="Comic Sans MS"/>
              </a:rPr>
              <a:t>Estimación Global</a:t>
            </a:r>
            <a:endParaRPr sz="1100"/>
          </a:p>
        </p:txBody>
      </p:sp>
      <p:sp>
        <p:nvSpPr>
          <p:cNvPr id="303" name="Google Shape;303;p41"/>
          <p:cNvSpPr/>
          <p:nvPr/>
        </p:nvSpPr>
        <p:spPr>
          <a:xfrm>
            <a:off x="5137304" y="1668920"/>
            <a:ext cx="6111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PC, IECs</a:t>
            </a:r>
            <a:endParaRPr b="1" sz="900">
              <a:latin typeface="Comic Sans MS"/>
              <a:ea typeface="Comic Sans MS"/>
              <a:cs typeface="Comic Sans MS"/>
              <a:sym typeface="Comic Sans MS"/>
            </a:endParaRPr>
          </a:p>
        </p:txBody>
      </p:sp>
      <p:sp>
        <p:nvSpPr>
          <p:cNvPr id="304" name="Google Shape;304;p41"/>
          <p:cNvSpPr/>
          <p:nvPr/>
        </p:nvSpPr>
        <p:spPr>
          <a:xfrm>
            <a:off x="5107773" y="2282093"/>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INS-ERS</a:t>
            </a:r>
            <a:endParaRPr b="1" sz="1100"/>
          </a:p>
        </p:txBody>
      </p:sp>
      <p:sp>
        <p:nvSpPr>
          <p:cNvPr id="305" name="Google Shape;305;p41"/>
          <p:cNvSpPr/>
          <p:nvPr/>
        </p:nvSpPr>
        <p:spPr>
          <a:xfrm>
            <a:off x="5285178" y="3243262"/>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INS-DAN</a:t>
            </a:r>
            <a:endParaRPr sz="1100"/>
          </a:p>
        </p:txBody>
      </p:sp>
      <p:sp>
        <p:nvSpPr>
          <p:cNvPr id="306" name="Google Shape;306;p41"/>
          <p:cNvSpPr/>
          <p:nvPr/>
        </p:nvSpPr>
        <p:spPr>
          <a:xfrm>
            <a:off x="5948576" y="3241109"/>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INS-DBN</a:t>
            </a:r>
            <a:endParaRPr sz="1100"/>
          </a:p>
        </p:txBody>
      </p:sp>
      <p:sp>
        <p:nvSpPr>
          <p:cNvPr id="307" name="Google Shape;307;p41"/>
          <p:cNvSpPr/>
          <p:nvPr/>
        </p:nvSpPr>
        <p:spPr>
          <a:xfrm>
            <a:off x="5309430" y="3825084"/>
            <a:ext cx="5970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INS-COD</a:t>
            </a:r>
            <a:endParaRPr sz="1100"/>
          </a:p>
        </p:txBody>
      </p:sp>
      <p:sp>
        <p:nvSpPr>
          <p:cNvPr id="308" name="Google Shape;308;p41"/>
          <p:cNvSpPr/>
          <p:nvPr/>
        </p:nvSpPr>
        <p:spPr>
          <a:xfrm>
            <a:off x="6579245" y="4823047"/>
            <a:ext cx="7953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700">
                <a:latin typeface="Comic Sans MS"/>
                <a:ea typeface="Comic Sans MS"/>
                <a:cs typeface="Comic Sans MS"/>
                <a:sym typeface="Comic Sans MS"/>
              </a:rPr>
              <a:t>Presentación Ciclo 1</a:t>
            </a:r>
            <a:endParaRPr sz="1100"/>
          </a:p>
        </p:txBody>
      </p:sp>
      <p:sp>
        <p:nvSpPr>
          <p:cNvPr id="309" name="Google Shape;309;p41"/>
          <p:cNvSpPr/>
          <p:nvPr/>
        </p:nvSpPr>
        <p:spPr>
          <a:xfrm>
            <a:off x="5786087" y="1661091"/>
            <a:ext cx="611100" cy="304800"/>
          </a:xfrm>
          <a:prstGeom prst="foldedCorner">
            <a:avLst>
              <a:gd fmla="val 16667" name="adj"/>
            </a:avLst>
          </a:prstGeom>
          <a:solidFill>
            <a:srgbClr val="E8D8BD"/>
          </a:solidFill>
          <a:ln cap="flat" cmpd="sng" w="25400">
            <a:solidFill>
              <a:srgbClr val="7B785A"/>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rPr b="1" lang="es" sz="900">
                <a:latin typeface="Comic Sans MS"/>
                <a:ea typeface="Comic Sans MS"/>
                <a:cs typeface="Comic Sans MS"/>
                <a:sym typeface="Comic Sans MS"/>
              </a:rPr>
              <a:t>Plan Calidad</a:t>
            </a:r>
            <a:endParaRPr sz="1100"/>
          </a:p>
        </p:txBody>
      </p:sp>
      <p:sp>
        <p:nvSpPr>
          <p:cNvPr id="310" name="Google Shape;310;p41"/>
          <p:cNvSpPr txBox="1"/>
          <p:nvPr/>
        </p:nvSpPr>
        <p:spPr>
          <a:xfrm>
            <a:off x="525" y="4140450"/>
            <a:ext cx="3113100" cy="9573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1900">
                <a:solidFill>
                  <a:schemeClr val="dk1"/>
                </a:solidFill>
                <a:latin typeface="Comic Sans MS"/>
                <a:ea typeface="Comic Sans MS"/>
                <a:cs typeface="Comic Sans MS"/>
                <a:sym typeface="Comic Sans MS"/>
              </a:rPr>
              <a:t>Lista no exhaustiva de productos a entregar (es ejemplo)</a:t>
            </a:r>
            <a:endParaRPr sz="1000"/>
          </a:p>
        </p:txBody>
      </p:sp>
      <p:sp>
        <p:nvSpPr>
          <p:cNvPr id="311" name="Google Shape;311;p41"/>
          <p:cNvSpPr txBox="1"/>
          <p:nvPr/>
        </p:nvSpPr>
        <p:spPr>
          <a:xfrm>
            <a:off x="2834544" y="1992230"/>
            <a:ext cx="382200" cy="4032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2100">
                <a:solidFill>
                  <a:srgbClr val="FF0000"/>
                </a:solidFill>
                <a:latin typeface="Comic Sans MS"/>
                <a:ea typeface="Comic Sans MS"/>
                <a:cs typeface="Comic Sans MS"/>
                <a:sym typeface="Comic Sans MS"/>
              </a:rPr>
              <a:t>X</a:t>
            </a:r>
            <a:endParaRPr sz="1200"/>
          </a:p>
        </p:txBody>
      </p:sp>
      <p:sp>
        <p:nvSpPr>
          <p:cNvPr id="312" name="Google Shape;312;p41"/>
          <p:cNvSpPr txBox="1"/>
          <p:nvPr/>
        </p:nvSpPr>
        <p:spPr>
          <a:xfrm>
            <a:off x="4725715" y="3197025"/>
            <a:ext cx="382200" cy="3876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2000">
                <a:solidFill>
                  <a:srgbClr val="FF0000"/>
                </a:solidFill>
                <a:latin typeface="Comic Sans MS"/>
                <a:ea typeface="Comic Sans MS"/>
                <a:cs typeface="Comic Sans MS"/>
                <a:sym typeface="Comic Sans MS"/>
              </a:rPr>
              <a:t>X</a:t>
            </a:r>
            <a:endParaRPr sz="11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2"/>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18" name="Google Shape;318;p42"/>
          <p:cNvSpPr txBox="1"/>
          <p:nvPr>
            <p:ph type="title"/>
          </p:nvPr>
        </p:nvSpPr>
        <p:spPr>
          <a:xfrm>
            <a:off x="457200" y="205975"/>
            <a:ext cx="85878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Identificación – 1.3 Copias de Seguridad</a:t>
            </a:r>
            <a:endParaRPr sz="2600">
              <a:latin typeface="Cambria"/>
              <a:ea typeface="Cambria"/>
              <a:cs typeface="Cambria"/>
              <a:sym typeface="Cambria"/>
            </a:endParaRPr>
          </a:p>
        </p:txBody>
      </p:sp>
      <p:sp>
        <p:nvSpPr>
          <p:cNvPr id="319" name="Google Shape;319;p42"/>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215900" lvl="0" marL="292100" rtl="0" algn="l">
              <a:spcBef>
                <a:spcPts val="0"/>
              </a:spcBef>
              <a:spcAft>
                <a:spcPts val="0"/>
              </a:spcAft>
              <a:buSzPts val="2200"/>
              <a:buChar char="●"/>
            </a:pPr>
            <a:r>
              <a:rPr lang="es" sz="2100">
                <a:latin typeface="Calibri"/>
                <a:ea typeface="Calibri"/>
                <a:cs typeface="Calibri"/>
                <a:sym typeface="Calibri"/>
              </a:rPr>
              <a:t>Tener una copia de seguridad de cada versión del sistema puesto en la línea base</a:t>
            </a:r>
            <a:endParaRPr sz="2100"/>
          </a:p>
          <a:p>
            <a:pPr indent="-215900" lvl="0" marL="292100" rtl="0" algn="l">
              <a:spcBef>
                <a:spcPts val="400"/>
              </a:spcBef>
              <a:spcAft>
                <a:spcPts val="0"/>
              </a:spcAft>
              <a:buSzPts val="2200"/>
              <a:buChar char="●"/>
            </a:pPr>
            <a:r>
              <a:rPr lang="es" sz="2100">
                <a:latin typeface="Calibri"/>
                <a:ea typeface="Calibri"/>
                <a:cs typeface="Calibri"/>
                <a:sym typeface="Calibri"/>
              </a:rPr>
              <a:t>Una práctica aconsejable es realizar una copia de seguridad de la línea base cada vez que haga un cambio a la misma</a:t>
            </a:r>
            <a:endParaRPr sz="2100"/>
          </a:p>
          <a:p>
            <a:pPr indent="-215900" lvl="1" marL="558800" rtl="0" algn="l">
              <a:spcBef>
                <a:spcPts val="300"/>
              </a:spcBef>
              <a:spcAft>
                <a:spcPts val="0"/>
              </a:spcAft>
              <a:buSzPts val="2000"/>
              <a:buChar char="○"/>
            </a:pPr>
            <a:r>
              <a:rPr lang="es" sz="1700">
                <a:latin typeface="Calibri"/>
                <a:ea typeface="Calibri"/>
                <a:cs typeface="Calibri"/>
                <a:sym typeface="Calibri"/>
              </a:rPr>
              <a:t>Copias de seguridad etiquetados y fechadas adecuadamente para que se puedan encontrar y volver a crear las versiones anteriores cada vez que las necesite</a:t>
            </a:r>
            <a:endParaRPr sz="17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3"/>
          <p:cNvSpPr txBox="1"/>
          <p:nvPr>
            <p:ph type="title"/>
          </p:nvPr>
        </p:nvSpPr>
        <p:spPr>
          <a:xfrm>
            <a:off x="457200" y="205975"/>
            <a:ext cx="84237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Identificación – </a:t>
            </a:r>
            <a:r>
              <a:rPr lang="es" sz="2600">
                <a:latin typeface="Cambria"/>
                <a:ea typeface="Cambria"/>
                <a:cs typeface="Cambria"/>
                <a:sym typeface="Cambria"/>
              </a:rPr>
              <a:t>1.4 </a:t>
            </a:r>
            <a:r>
              <a:rPr lang="es" sz="2600">
                <a:latin typeface="Cambria"/>
                <a:ea typeface="Cambria"/>
                <a:cs typeface="Cambria"/>
                <a:sym typeface="Cambria"/>
              </a:rPr>
              <a:t>Resumen</a:t>
            </a:r>
            <a:endParaRPr sz="2600">
              <a:latin typeface="Cambria"/>
              <a:ea typeface="Cambria"/>
              <a:cs typeface="Cambria"/>
              <a:sym typeface="Cambria"/>
            </a:endParaRPr>
          </a:p>
        </p:txBody>
      </p:sp>
      <p:graphicFrame>
        <p:nvGraphicFramePr>
          <p:cNvPr id="325" name="Google Shape;325;p43"/>
          <p:cNvGraphicFramePr/>
          <p:nvPr/>
        </p:nvGraphicFramePr>
        <p:xfrm>
          <a:off x="171015" y="1378495"/>
          <a:ext cx="3000000" cy="3000000"/>
        </p:xfrm>
        <a:graphic>
          <a:graphicData uri="http://schemas.openxmlformats.org/drawingml/2006/table">
            <a:tbl>
              <a:tblPr bandRow="1" firstRow="1">
                <a:noFill/>
                <a:tableStyleId>{15F2764B-6E76-42DE-9E2A-7CCB8FF6649E}</a:tableStyleId>
              </a:tblPr>
              <a:tblGrid>
                <a:gridCol w="1729650"/>
                <a:gridCol w="1400250"/>
                <a:gridCol w="1644000"/>
                <a:gridCol w="1558350"/>
                <a:gridCol w="1800675"/>
              </a:tblGrid>
              <a:tr h="267425">
                <a:tc gridSpan="2">
                  <a:txBody>
                    <a:bodyPr/>
                    <a:lstStyle/>
                    <a:p>
                      <a:pPr indent="0" lvl="0" marL="0" marR="0" rtl="0" algn="ctr">
                        <a:spcBef>
                          <a:spcPts val="0"/>
                        </a:spcBef>
                        <a:spcAft>
                          <a:spcPts val="0"/>
                        </a:spcAft>
                        <a:buNone/>
                      </a:pPr>
                      <a:r>
                        <a:rPr lang="es" sz="1400" u="none" cap="none" strike="noStrike"/>
                        <a:t>NOMBRADO</a:t>
                      </a:r>
                      <a:endParaRPr sz="1100"/>
                    </a:p>
                  </a:txBody>
                  <a:tcPr marT="34300" marB="34300" marR="84425" marL="84425"/>
                </a:tc>
                <a:tc hMerge="1"/>
                <a:tc rowSpan="2">
                  <a:txBody>
                    <a:bodyPr/>
                    <a:lstStyle/>
                    <a:p>
                      <a:pPr indent="0" lvl="0" marL="0" marR="0" rtl="0" algn="l">
                        <a:spcBef>
                          <a:spcPts val="0"/>
                        </a:spcBef>
                        <a:spcAft>
                          <a:spcPts val="0"/>
                        </a:spcAft>
                        <a:buNone/>
                      </a:pPr>
                      <a:r>
                        <a:rPr lang="es" sz="1400" u="none" cap="none" strike="noStrike"/>
                        <a:t>ETIQUETADO</a:t>
                      </a:r>
                      <a:endParaRPr sz="1100"/>
                    </a:p>
                  </a:txBody>
                  <a:tcPr marT="34300" marB="34300" marR="84425" marL="84425"/>
                </a:tc>
                <a:tc rowSpan="2">
                  <a:txBody>
                    <a:bodyPr/>
                    <a:lstStyle/>
                    <a:p>
                      <a:pPr indent="0" lvl="0" marL="0" marR="0" rtl="0" algn="l">
                        <a:spcBef>
                          <a:spcPts val="0"/>
                        </a:spcBef>
                        <a:spcAft>
                          <a:spcPts val="0"/>
                        </a:spcAft>
                        <a:buNone/>
                      </a:pPr>
                      <a:r>
                        <a:rPr lang="es" sz="1400"/>
                        <a:t>LÍNEA BASE</a:t>
                      </a:r>
                      <a:endParaRPr sz="1100"/>
                    </a:p>
                  </a:txBody>
                  <a:tcPr marT="34300" marB="34300" marR="84425" marL="84425"/>
                </a:tc>
                <a:tc rowSpan="2">
                  <a:txBody>
                    <a:bodyPr/>
                    <a:lstStyle/>
                    <a:p>
                      <a:pPr indent="0" lvl="0" marL="0" marR="0" rtl="0" algn="l">
                        <a:spcBef>
                          <a:spcPts val="0"/>
                        </a:spcBef>
                        <a:spcAft>
                          <a:spcPts val="0"/>
                        </a:spcAft>
                        <a:buNone/>
                      </a:pPr>
                      <a:r>
                        <a:rPr lang="es" sz="1400"/>
                        <a:t>COPIA SEGURIDAD</a:t>
                      </a:r>
                      <a:endParaRPr sz="1100"/>
                    </a:p>
                  </a:txBody>
                  <a:tcPr marT="34300" marB="34300" marR="84425" marL="84425"/>
                </a:tc>
              </a:tr>
              <a:tr h="267425">
                <a:tc>
                  <a:txBody>
                    <a:bodyPr/>
                    <a:lstStyle/>
                    <a:p>
                      <a:pPr indent="0" lvl="0" marL="0" marR="0" rtl="0" algn="l">
                        <a:spcBef>
                          <a:spcPts val="0"/>
                        </a:spcBef>
                        <a:spcAft>
                          <a:spcPts val="0"/>
                        </a:spcAft>
                        <a:buNone/>
                      </a:pPr>
                      <a:r>
                        <a:rPr lang="es" sz="1400">
                          <a:solidFill>
                            <a:schemeClr val="lt1"/>
                          </a:solidFill>
                        </a:rPr>
                        <a:t>NOMBRE</a:t>
                      </a:r>
                      <a:endParaRPr sz="1100"/>
                    </a:p>
                  </a:txBody>
                  <a:tcPr marT="34300" marB="34300" marR="84425" marL="84425">
                    <a:solidFill>
                      <a:schemeClr val="accent1"/>
                    </a:solidFill>
                  </a:tcPr>
                </a:tc>
                <a:tc>
                  <a:txBody>
                    <a:bodyPr/>
                    <a:lstStyle/>
                    <a:p>
                      <a:pPr indent="0" lvl="0" marL="0" marR="0" rtl="0" algn="l">
                        <a:spcBef>
                          <a:spcPts val="0"/>
                        </a:spcBef>
                        <a:spcAft>
                          <a:spcPts val="0"/>
                        </a:spcAft>
                        <a:buNone/>
                      </a:pPr>
                      <a:r>
                        <a:rPr lang="es" sz="1400">
                          <a:solidFill>
                            <a:schemeClr val="lt1"/>
                          </a:solidFill>
                        </a:rPr>
                        <a:t>ACRÓNIMO</a:t>
                      </a:r>
                      <a:endParaRPr sz="1100"/>
                    </a:p>
                  </a:txBody>
                  <a:tcPr marT="34300" marB="34300" marR="84425" marL="84425">
                    <a:solidFill>
                      <a:schemeClr val="accent1"/>
                    </a:solidFill>
                  </a:tcPr>
                </a:tc>
                <a:tc vMerge="1"/>
                <a:tc vMerge="1"/>
                <a:tc vMerge="1"/>
              </a:tr>
              <a:tr h="764075">
                <a:tc>
                  <a:txBody>
                    <a:bodyPr/>
                    <a:lstStyle/>
                    <a:p>
                      <a:pPr indent="0" lvl="0" marL="0" marR="0" rtl="0" algn="l">
                        <a:spcBef>
                          <a:spcPts val="0"/>
                        </a:spcBef>
                        <a:spcAft>
                          <a:spcPts val="0"/>
                        </a:spcAft>
                        <a:buNone/>
                      </a:pPr>
                      <a:r>
                        <a:rPr lang="es" sz="1400">
                          <a:solidFill>
                            <a:srgbClr val="000000"/>
                          </a:solidFill>
                        </a:rPr>
                        <a:t>Especificación de Requisitos Software</a:t>
                      </a:r>
                      <a:endParaRPr sz="11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ERS</a:t>
                      </a:r>
                      <a:endParaRPr sz="11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GX_ERSvx.docs</a:t>
                      </a:r>
                      <a:endParaRPr sz="14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Después de Inspección ERS</a:t>
                      </a:r>
                      <a:endParaRPr sz="11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Dropbox/ISII/ERS</a:t>
                      </a:r>
                      <a:endParaRPr sz="1100">
                        <a:solidFill>
                          <a:srgbClr val="000000"/>
                        </a:solidFill>
                      </a:endParaRPr>
                    </a:p>
                  </a:txBody>
                  <a:tcPr marT="34300" marB="34300" marR="84425" marL="84425"/>
                </a:tc>
              </a:tr>
              <a:tr h="764075">
                <a:tc>
                  <a:txBody>
                    <a:bodyPr/>
                    <a:lstStyle/>
                    <a:p>
                      <a:pPr indent="0" lvl="0" marL="0" marR="0" rtl="0" algn="l">
                        <a:spcBef>
                          <a:spcPts val="0"/>
                        </a:spcBef>
                        <a:spcAft>
                          <a:spcPts val="0"/>
                        </a:spcAft>
                        <a:buNone/>
                      </a:pPr>
                      <a:r>
                        <a:rPr lang="es" sz="1400">
                          <a:solidFill>
                            <a:srgbClr val="000000"/>
                          </a:solidFill>
                        </a:rPr>
                        <a:t>Diseño de Alto Nivel</a:t>
                      </a:r>
                      <a:endParaRPr sz="11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DAN</a:t>
                      </a:r>
                      <a:endParaRPr sz="1100">
                        <a:solidFill>
                          <a:srgbClr val="000000"/>
                        </a:solidFill>
                      </a:endParaRPr>
                    </a:p>
                  </a:txBody>
                  <a:tcPr marT="34300" marB="34300" marR="84425" marL="84425"/>
                </a:tc>
                <a:tc>
                  <a:txBody>
                    <a:bodyPr/>
                    <a:lstStyle/>
                    <a:p>
                      <a:pPr indent="0" lvl="0" marL="0" marR="0" rtl="0" algn="l">
                        <a:lnSpc>
                          <a:spcPct val="100000"/>
                        </a:lnSpc>
                        <a:spcBef>
                          <a:spcPts val="0"/>
                        </a:spcBef>
                        <a:spcAft>
                          <a:spcPts val="0"/>
                        </a:spcAft>
                        <a:buClr>
                          <a:schemeClr val="dk1"/>
                        </a:buClr>
                        <a:buSzPts val="1400"/>
                        <a:buFont typeface="Calibri"/>
                        <a:buNone/>
                      </a:pPr>
                      <a:r>
                        <a:rPr lang="es" sz="1400">
                          <a:solidFill>
                            <a:srgbClr val="000000"/>
                          </a:solidFill>
                        </a:rPr>
                        <a:t>GX_DANvx.pptx</a:t>
                      </a:r>
                      <a:endParaRPr sz="1400">
                        <a:solidFill>
                          <a:srgbClr val="000000"/>
                        </a:solidFill>
                      </a:endParaRPr>
                    </a:p>
                    <a:p>
                      <a:pPr indent="0" lvl="0" marL="0" marR="0" rtl="0" algn="l">
                        <a:spcBef>
                          <a:spcPts val="0"/>
                        </a:spcBef>
                        <a:spcAft>
                          <a:spcPts val="0"/>
                        </a:spcAft>
                        <a:buNone/>
                      </a:pPr>
                      <a:r>
                        <a:t/>
                      </a:r>
                      <a:endParaRPr sz="14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Después de </a:t>
                      </a:r>
                      <a:r>
                        <a:rPr lang="es">
                          <a:solidFill>
                            <a:srgbClr val="000000"/>
                          </a:solidFill>
                        </a:rPr>
                        <a:t>Inspección</a:t>
                      </a:r>
                      <a:r>
                        <a:rPr lang="es" sz="1400">
                          <a:solidFill>
                            <a:srgbClr val="000000"/>
                          </a:solidFill>
                        </a:rPr>
                        <a:t> DAN</a:t>
                      </a:r>
                      <a:endParaRPr sz="1100">
                        <a:solidFill>
                          <a:srgbClr val="000000"/>
                        </a:solidFill>
                      </a:endParaRPr>
                    </a:p>
                  </a:txBody>
                  <a:tcPr marT="34300" marB="34300" marR="84425" marL="84425"/>
                </a:tc>
                <a:tc>
                  <a:txBody>
                    <a:bodyPr/>
                    <a:lstStyle/>
                    <a:p>
                      <a:pPr indent="0" lvl="0" marL="0" marR="0" rtl="0" algn="l">
                        <a:spcBef>
                          <a:spcPts val="0"/>
                        </a:spcBef>
                        <a:spcAft>
                          <a:spcPts val="0"/>
                        </a:spcAft>
                        <a:buNone/>
                      </a:pPr>
                      <a:r>
                        <a:rPr lang="es" sz="1400">
                          <a:solidFill>
                            <a:srgbClr val="000000"/>
                          </a:solidFill>
                        </a:rPr>
                        <a:t>Dropbox</a:t>
                      </a:r>
                      <a:r>
                        <a:rPr lang="es">
                          <a:solidFill>
                            <a:srgbClr val="000000"/>
                          </a:solidFill>
                        </a:rPr>
                        <a:t>/</a:t>
                      </a:r>
                      <a:r>
                        <a:rPr lang="es" sz="1400">
                          <a:solidFill>
                            <a:srgbClr val="000000"/>
                          </a:solidFill>
                        </a:rPr>
                        <a:t>ISII/DAN</a:t>
                      </a:r>
                      <a:endParaRPr sz="1100">
                        <a:solidFill>
                          <a:srgbClr val="000000"/>
                        </a:solidFill>
                      </a:endParaRPr>
                    </a:p>
                  </a:txBody>
                  <a:tcPr marT="34300" marB="34300" marR="84425" marL="84425"/>
                </a:tc>
              </a:tr>
              <a:tr h="309875">
                <a:tc>
                  <a:txBody>
                    <a:bodyPr/>
                    <a:lstStyle/>
                    <a:p>
                      <a:pPr indent="0" lvl="0" marL="0" marR="0" rtl="0" algn="ctr">
                        <a:spcBef>
                          <a:spcPts val="0"/>
                        </a:spcBef>
                        <a:spcAft>
                          <a:spcPts val="0"/>
                        </a:spcAft>
                        <a:buNone/>
                      </a:pPr>
                      <a:r>
                        <a:rPr lang="es" sz="1400">
                          <a:solidFill>
                            <a:srgbClr val="000000"/>
                          </a:solidFill>
                        </a:rPr>
                        <a:t>. . .</a:t>
                      </a:r>
                      <a:endParaRPr sz="1100">
                        <a:solidFill>
                          <a:srgbClr val="000000"/>
                        </a:solidFill>
                      </a:endParaRPr>
                    </a:p>
                  </a:txBody>
                  <a:tcPr marT="34300" marB="34300" marR="84425" marL="84425"/>
                </a:tc>
                <a:tc>
                  <a:txBody>
                    <a:bodyPr/>
                    <a:lstStyle/>
                    <a:p>
                      <a:pPr indent="0" lvl="0" marL="0" marR="0" rtl="0" algn="ctr">
                        <a:spcBef>
                          <a:spcPts val="0"/>
                        </a:spcBef>
                        <a:spcAft>
                          <a:spcPts val="0"/>
                        </a:spcAft>
                        <a:buNone/>
                      </a:pPr>
                      <a:r>
                        <a:rPr lang="es" sz="1400">
                          <a:solidFill>
                            <a:srgbClr val="000000"/>
                          </a:solidFill>
                        </a:rPr>
                        <a:t>. . .</a:t>
                      </a:r>
                      <a:endParaRPr sz="1100">
                        <a:solidFill>
                          <a:srgbClr val="000000"/>
                        </a:solidFill>
                      </a:endParaRPr>
                    </a:p>
                  </a:txBody>
                  <a:tcPr marT="34300" marB="34300" marR="84425" marL="84425"/>
                </a:tc>
                <a:tc>
                  <a:txBody>
                    <a:bodyPr/>
                    <a:lstStyle/>
                    <a:p>
                      <a:pPr indent="0" lvl="0" marL="0" marR="0" rtl="0" algn="ctr">
                        <a:spcBef>
                          <a:spcPts val="0"/>
                        </a:spcBef>
                        <a:spcAft>
                          <a:spcPts val="0"/>
                        </a:spcAft>
                        <a:buNone/>
                      </a:pPr>
                      <a:r>
                        <a:rPr lang="es" sz="1400">
                          <a:solidFill>
                            <a:srgbClr val="000000"/>
                          </a:solidFill>
                        </a:rPr>
                        <a:t>. . .</a:t>
                      </a:r>
                      <a:endParaRPr sz="1100">
                        <a:solidFill>
                          <a:srgbClr val="000000"/>
                        </a:solidFill>
                      </a:endParaRPr>
                    </a:p>
                  </a:txBody>
                  <a:tcPr marT="34300" marB="34300" marR="84425" marL="84425"/>
                </a:tc>
                <a:tc>
                  <a:txBody>
                    <a:bodyPr/>
                    <a:lstStyle/>
                    <a:p>
                      <a:pPr indent="0" lvl="0" marL="0" marR="0" rtl="0" algn="ctr">
                        <a:spcBef>
                          <a:spcPts val="0"/>
                        </a:spcBef>
                        <a:spcAft>
                          <a:spcPts val="0"/>
                        </a:spcAft>
                        <a:buNone/>
                      </a:pPr>
                      <a:r>
                        <a:rPr lang="es" sz="1400">
                          <a:solidFill>
                            <a:srgbClr val="000000"/>
                          </a:solidFill>
                        </a:rPr>
                        <a:t>. . .</a:t>
                      </a:r>
                      <a:endParaRPr sz="1100">
                        <a:solidFill>
                          <a:srgbClr val="000000"/>
                        </a:solidFill>
                      </a:endParaRPr>
                    </a:p>
                  </a:txBody>
                  <a:tcPr marT="34300" marB="34300" marR="84425" marL="84425"/>
                </a:tc>
                <a:tc>
                  <a:txBody>
                    <a:bodyPr/>
                    <a:lstStyle/>
                    <a:p>
                      <a:pPr indent="0" lvl="0" marL="0" marR="0" rtl="0" algn="ctr">
                        <a:spcBef>
                          <a:spcPts val="0"/>
                        </a:spcBef>
                        <a:spcAft>
                          <a:spcPts val="0"/>
                        </a:spcAft>
                        <a:buNone/>
                      </a:pPr>
                      <a:r>
                        <a:rPr lang="es" sz="1400">
                          <a:solidFill>
                            <a:srgbClr val="000000"/>
                          </a:solidFill>
                        </a:rPr>
                        <a:t>. . .</a:t>
                      </a:r>
                      <a:endParaRPr sz="1100">
                        <a:solidFill>
                          <a:srgbClr val="000000"/>
                        </a:solidFill>
                      </a:endParaRPr>
                    </a:p>
                  </a:txBody>
                  <a:tcPr marT="34300" marB="34300" marR="84425" marL="84425"/>
                </a:tc>
              </a:tr>
              <a:tr h="309875">
                <a:tc gridSpan="3">
                  <a:txBody>
                    <a:bodyPr/>
                    <a:lstStyle/>
                    <a:p>
                      <a:pPr indent="0" lvl="0" marL="0" marR="0" rtl="0" algn="ctr">
                        <a:spcBef>
                          <a:spcPts val="0"/>
                        </a:spcBef>
                        <a:spcAft>
                          <a:spcPts val="0"/>
                        </a:spcAft>
                        <a:buNone/>
                      </a:pPr>
                      <a:r>
                        <a:rPr b="1" lang="es" sz="1400">
                          <a:solidFill>
                            <a:srgbClr val="FF0000"/>
                          </a:solidFill>
                        </a:rPr>
                        <a:t>TAREA 1.1</a:t>
                      </a:r>
                      <a:endParaRPr sz="1100"/>
                    </a:p>
                  </a:txBody>
                  <a:tcPr marT="34300" marB="34300" marR="84425" marL="84425"/>
                </a:tc>
                <a:tc hMerge="1"/>
                <a:tc hMerge="1"/>
                <a:tc>
                  <a:txBody>
                    <a:bodyPr/>
                    <a:lstStyle/>
                    <a:p>
                      <a:pPr indent="0" lvl="0" marL="0" marR="0" rtl="0" algn="ctr">
                        <a:spcBef>
                          <a:spcPts val="0"/>
                        </a:spcBef>
                        <a:spcAft>
                          <a:spcPts val="0"/>
                        </a:spcAft>
                        <a:buNone/>
                      </a:pPr>
                      <a:r>
                        <a:rPr b="1" lang="es" sz="1400">
                          <a:solidFill>
                            <a:srgbClr val="FF0000"/>
                          </a:solidFill>
                        </a:rPr>
                        <a:t>TAREA 1.2</a:t>
                      </a:r>
                      <a:endParaRPr sz="1100"/>
                    </a:p>
                  </a:txBody>
                  <a:tcPr marT="34300" marB="34300" marR="84425" marL="84425"/>
                </a:tc>
                <a:tc>
                  <a:txBody>
                    <a:bodyPr/>
                    <a:lstStyle/>
                    <a:p>
                      <a:pPr indent="0" lvl="0" marL="0" marR="0" rtl="0" algn="ctr">
                        <a:spcBef>
                          <a:spcPts val="0"/>
                        </a:spcBef>
                        <a:spcAft>
                          <a:spcPts val="0"/>
                        </a:spcAft>
                        <a:buNone/>
                      </a:pPr>
                      <a:r>
                        <a:rPr b="1" lang="es" sz="1400">
                          <a:solidFill>
                            <a:srgbClr val="FF0000"/>
                          </a:solidFill>
                        </a:rPr>
                        <a:t>TAREA 1.3</a:t>
                      </a:r>
                      <a:endParaRPr sz="1100"/>
                    </a:p>
                  </a:txBody>
                  <a:tcPr marT="34300" marB="34300" marR="84425" marL="84425"/>
                </a:tc>
              </a:tr>
            </a:tbl>
          </a:graphicData>
        </a:graphic>
      </p:graphicFrame>
      <p:sp>
        <p:nvSpPr>
          <p:cNvPr id="326" name="Google Shape;326;p43"/>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27" name="Google Shape;327;p43"/>
          <p:cNvSpPr/>
          <p:nvPr/>
        </p:nvSpPr>
        <p:spPr>
          <a:xfrm rot="-5400000">
            <a:off x="2380410" y="1405405"/>
            <a:ext cx="338700" cy="4577700"/>
          </a:xfrm>
          <a:prstGeom prst="leftBrace">
            <a:avLst>
              <a:gd fmla="val 0" name="adj1"/>
              <a:gd fmla="val 50429" name="adj2"/>
            </a:avLst>
          </a:prstGeom>
          <a:noFill/>
          <a:ln cap="flat" cmpd="sng" w="12700">
            <a:solidFill>
              <a:srgbClr val="2D2A1E"/>
            </a:solidFill>
            <a:prstDash val="solid"/>
            <a:round/>
            <a:headEnd len="sm" w="sm" type="none"/>
            <a:tailEnd len="sm" w="sm" type="none"/>
          </a:ln>
        </p:spPr>
        <p:txBody>
          <a:bodyPr anchorCtr="0" anchor="ctr" bIns="39550" lIns="79125" spcFirstLastPara="1" rIns="79125" wrap="square" tIns="39550">
            <a:noAutofit/>
          </a:bodyPr>
          <a:lstStyle/>
          <a:p>
            <a:pPr indent="0" lvl="0" marL="0" marR="0" rtl="0" algn="ctr">
              <a:spcBef>
                <a:spcPts val="0"/>
              </a:spcBef>
              <a:spcAft>
                <a:spcPts val="0"/>
              </a:spcAft>
              <a:buNone/>
            </a:pPr>
            <a:r>
              <a:t/>
            </a:r>
            <a:endParaRPr b="1" sz="2100">
              <a:solidFill>
                <a:schemeClr val="dk1"/>
              </a:solidFill>
              <a:latin typeface="Comic Sans MS"/>
              <a:ea typeface="Comic Sans MS"/>
              <a:cs typeface="Comic Sans MS"/>
              <a:sym typeface="Comic Sans MS"/>
            </a:endParaRPr>
          </a:p>
        </p:txBody>
      </p:sp>
      <p:sp>
        <p:nvSpPr>
          <p:cNvPr id="328" name="Google Shape;328;p43"/>
          <p:cNvSpPr txBox="1"/>
          <p:nvPr/>
        </p:nvSpPr>
        <p:spPr>
          <a:xfrm>
            <a:off x="2095258" y="4226447"/>
            <a:ext cx="3732000" cy="341700"/>
          </a:xfrm>
          <a:prstGeom prst="rect">
            <a:avLst/>
          </a:prstGeom>
          <a:noFill/>
          <a:ln>
            <a:noFill/>
          </a:ln>
        </p:spPr>
        <p:txBody>
          <a:bodyPr anchorCtr="0" anchor="t" bIns="39550" lIns="79125" spcFirstLastPara="1" rIns="79125" wrap="square" tIns="39550">
            <a:spAutoFit/>
          </a:bodyPr>
          <a:lstStyle/>
          <a:p>
            <a:pPr indent="0" lvl="0" marL="0" marR="0" rtl="0" algn="l">
              <a:spcBef>
                <a:spcPts val="0"/>
              </a:spcBef>
              <a:spcAft>
                <a:spcPts val="0"/>
              </a:spcAft>
              <a:buNone/>
            </a:pPr>
            <a:r>
              <a:rPr b="1" lang="es" sz="1700">
                <a:solidFill>
                  <a:schemeClr val="dk1"/>
                </a:solidFill>
                <a:latin typeface="Comic Sans MS"/>
                <a:ea typeface="Comic Sans MS"/>
                <a:cs typeface="Comic Sans MS"/>
                <a:sym typeface="Comic Sans MS"/>
              </a:rPr>
              <a:t>Identificación de los EC</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34" name="Google Shape;334;p44"/>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2.1 CCC</a:t>
            </a:r>
            <a:endParaRPr sz="2600">
              <a:latin typeface="Cambria"/>
              <a:ea typeface="Cambria"/>
              <a:cs typeface="Cambria"/>
              <a:sym typeface="Cambria"/>
            </a:endParaRPr>
          </a:p>
        </p:txBody>
      </p:sp>
      <p:sp>
        <p:nvSpPr>
          <p:cNvPr id="335" name="Google Shape;335;p44"/>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lnSpcReduction="20000"/>
          </a:bodyPr>
          <a:lstStyle/>
          <a:p>
            <a:pPr indent="-196850" lvl="0" marL="292100" rtl="0" algn="l">
              <a:spcBef>
                <a:spcPts val="0"/>
              </a:spcBef>
              <a:spcAft>
                <a:spcPts val="0"/>
              </a:spcAft>
              <a:buSzPts val="1900"/>
              <a:buChar char="●"/>
            </a:pPr>
            <a:r>
              <a:rPr lang="es">
                <a:latin typeface="Calibri"/>
                <a:ea typeface="Calibri"/>
                <a:cs typeface="Calibri"/>
                <a:sym typeface="Calibri"/>
              </a:rPr>
              <a:t>El rol principal del CCC es asegurar que todos los productos de la línea base y todos los cambios a estos productos</a:t>
            </a:r>
            <a:endParaRPr/>
          </a:p>
          <a:p>
            <a:pPr indent="-196850" lvl="1" marL="558800" rtl="0" algn="l">
              <a:spcBef>
                <a:spcPts val="300"/>
              </a:spcBef>
              <a:spcAft>
                <a:spcPts val="0"/>
              </a:spcAft>
              <a:buSzPts val="1700"/>
              <a:buChar char="○"/>
            </a:pPr>
            <a:r>
              <a:rPr lang="es">
                <a:latin typeface="Calibri"/>
                <a:ea typeface="Calibri"/>
                <a:cs typeface="Calibri"/>
                <a:sym typeface="Calibri"/>
              </a:rPr>
              <a:t>Están debidamente justificados</a:t>
            </a:r>
            <a:endParaRPr/>
          </a:p>
          <a:p>
            <a:pPr indent="-196850" lvl="1" marL="558800" rtl="0" algn="l">
              <a:spcBef>
                <a:spcPts val="300"/>
              </a:spcBef>
              <a:spcAft>
                <a:spcPts val="0"/>
              </a:spcAft>
              <a:buSzPts val="1700"/>
              <a:buChar char="○"/>
            </a:pPr>
            <a:r>
              <a:rPr lang="es">
                <a:latin typeface="Calibri"/>
                <a:ea typeface="Calibri"/>
                <a:cs typeface="Calibri"/>
                <a:sym typeface="Calibri"/>
              </a:rPr>
              <a:t>Son de una calidad conveniente</a:t>
            </a:r>
            <a:endParaRPr/>
          </a:p>
          <a:p>
            <a:pPr indent="-196850" lvl="0" marL="292100" rtl="0" algn="l">
              <a:spcBef>
                <a:spcPts val="400"/>
              </a:spcBef>
              <a:spcAft>
                <a:spcPts val="0"/>
              </a:spcAft>
              <a:buSzPts val="1900"/>
              <a:buChar char="●"/>
            </a:pPr>
            <a:r>
              <a:rPr lang="es">
                <a:latin typeface="Calibri"/>
                <a:ea typeface="Calibri"/>
                <a:cs typeface="Calibri"/>
                <a:sym typeface="Calibri"/>
              </a:rPr>
              <a:t>El CCC debiera estar presidido por el responsable de soporte y debiera incluir al responsable de desarrollo</a:t>
            </a:r>
            <a:endParaRPr/>
          </a:p>
          <a:p>
            <a:pPr indent="-196850" lvl="1" marL="558800" rtl="0" algn="l">
              <a:spcBef>
                <a:spcPts val="300"/>
              </a:spcBef>
              <a:spcAft>
                <a:spcPts val="0"/>
              </a:spcAft>
              <a:buSzPts val="1700"/>
              <a:buChar char="○"/>
            </a:pPr>
            <a:r>
              <a:rPr lang="es">
                <a:latin typeface="Calibri"/>
                <a:ea typeface="Calibri"/>
                <a:cs typeface="Calibri"/>
                <a:sym typeface="Calibri"/>
              </a:rPr>
              <a:t>Si el equipo quisiera incluir más miembros, puede hacerlo así</a:t>
            </a:r>
            <a:endParaRPr/>
          </a:p>
          <a:p>
            <a:pPr indent="-196850" lvl="1" marL="558800" rtl="0" algn="l">
              <a:spcBef>
                <a:spcPts val="300"/>
              </a:spcBef>
              <a:spcAft>
                <a:spcPts val="0"/>
              </a:spcAft>
              <a:buSzPts val="1700"/>
              <a:buChar char="○"/>
            </a:pPr>
            <a:r>
              <a:rPr lang="es">
                <a:latin typeface="Calibri"/>
                <a:ea typeface="Calibri"/>
                <a:cs typeface="Calibri"/>
                <a:sym typeface="Calibri"/>
              </a:rPr>
              <a:t>El equipo revisa y aprueba el CCC</a:t>
            </a:r>
            <a:endParaRPr>
              <a:latin typeface="Calibri"/>
              <a:ea typeface="Calibri"/>
              <a:cs typeface="Calibri"/>
              <a:sym typeface="Calibri"/>
            </a:endParaRPr>
          </a:p>
          <a:p>
            <a:pPr indent="-196850" lvl="0" marL="292100" rtl="0" algn="l">
              <a:spcBef>
                <a:spcPts val="400"/>
              </a:spcBef>
              <a:spcAft>
                <a:spcPts val="0"/>
              </a:spcAft>
              <a:buSzPts val="1900"/>
              <a:buChar char="●"/>
            </a:pPr>
            <a:r>
              <a:rPr lang="es">
                <a:latin typeface="Calibri"/>
                <a:ea typeface="Calibri"/>
                <a:cs typeface="Calibri"/>
                <a:sym typeface="Calibri"/>
              </a:rPr>
              <a:t>El CCC debería reunirse siempre que se hayan propuesto cambios a los productos de la línea base</a:t>
            </a:r>
            <a:endParaRPr/>
          </a:p>
          <a:p>
            <a:pPr indent="-196850" lvl="1" marL="558800" rtl="0" algn="l">
              <a:spcBef>
                <a:spcPts val="300"/>
              </a:spcBef>
              <a:spcAft>
                <a:spcPts val="0"/>
              </a:spcAft>
              <a:buSzPts val="1700"/>
              <a:buChar char="○"/>
            </a:pPr>
            <a:r>
              <a:rPr lang="es">
                <a:latin typeface="Calibri"/>
                <a:ea typeface="Calibri"/>
                <a:cs typeface="Calibri"/>
                <a:sym typeface="Calibri"/>
              </a:rPr>
              <a:t>Durante las pruebas de integración y de sistema, el comité puede incluso reunirse todos los días, sobre todo si existen bastantes defectos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41" name="Google Shape;341;p45"/>
          <p:cNvSpPr txBox="1"/>
          <p:nvPr>
            <p:ph type="title"/>
          </p:nvPr>
        </p:nvSpPr>
        <p:spPr>
          <a:xfrm>
            <a:off x="457200" y="205975"/>
            <a:ext cx="81615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 Procedimientos de Control (2.2 y 2.3)</a:t>
            </a:r>
            <a:endParaRPr sz="2600">
              <a:latin typeface="Cambria"/>
              <a:ea typeface="Cambria"/>
              <a:cs typeface="Cambria"/>
              <a:sym typeface="Cambria"/>
            </a:endParaRPr>
          </a:p>
        </p:txBody>
      </p:sp>
      <p:sp>
        <p:nvSpPr>
          <p:cNvPr id="342" name="Google Shape;342;p45"/>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fontScale="92500" lnSpcReduction="20000"/>
          </a:bodyPr>
          <a:lstStyle/>
          <a:p>
            <a:pPr indent="-187801" lvl="0" marL="292100" rtl="0" algn="l">
              <a:spcBef>
                <a:spcPts val="0"/>
              </a:spcBef>
              <a:spcAft>
                <a:spcPts val="0"/>
              </a:spcAft>
              <a:buSzPct val="105556"/>
              <a:buChar char="●"/>
            </a:pPr>
            <a:r>
              <a:rPr lang="es">
                <a:latin typeface="Calibri"/>
                <a:ea typeface="Calibri"/>
                <a:cs typeface="Calibri"/>
                <a:sym typeface="Calibri"/>
              </a:rPr>
              <a:t>El responsable de soporte define los procedimientos del CCC</a:t>
            </a:r>
            <a:endParaRPr/>
          </a:p>
          <a:p>
            <a:pPr indent="-187801" lvl="0" marL="292100" rtl="0" algn="l">
              <a:spcBef>
                <a:spcPts val="400"/>
              </a:spcBef>
              <a:spcAft>
                <a:spcPts val="0"/>
              </a:spcAft>
              <a:buSzPct val="105556"/>
              <a:buChar char="●"/>
            </a:pPr>
            <a:r>
              <a:rPr lang="es">
                <a:latin typeface="Calibri"/>
                <a:ea typeface="Calibri"/>
                <a:cs typeface="Calibri"/>
                <a:sym typeface="Calibri"/>
              </a:rPr>
              <a:t>El equipo revisa y aprueba los procedimientos de control</a:t>
            </a:r>
            <a:endParaRPr/>
          </a:p>
          <a:p>
            <a:pPr indent="-201454" lvl="1" marL="558800" rtl="0" algn="l">
              <a:spcBef>
                <a:spcPts val="300"/>
              </a:spcBef>
              <a:spcAft>
                <a:spcPts val="0"/>
              </a:spcAft>
              <a:buSzPct val="121429"/>
              <a:buChar char="○"/>
            </a:pPr>
            <a:r>
              <a:rPr lang="es">
                <a:latin typeface="Calibri"/>
                <a:ea typeface="Calibri"/>
                <a:cs typeface="Calibri"/>
                <a:sym typeface="Calibri"/>
              </a:rPr>
              <a:t>Entrega de ECs nuevos a la línea base (2.2)</a:t>
            </a:r>
            <a:endParaRPr/>
          </a:p>
          <a:p>
            <a:pPr indent="-201454" lvl="1" marL="558800" rtl="0" algn="l">
              <a:spcBef>
                <a:spcPts val="300"/>
              </a:spcBef>
              <a:spcAft>
                <a:spcPts val="0"/>
              </a:spcAft>
              <a:buSzPct val="121429"/>
              <a:buChar char="○"/>
            </a:pPr>
            <a:r>
              <a:rPr lang="es">
                <a:latin typeface="Calibri"/>
                <a:ea typeface="Calibri"/>
                <a:cs typeface="Calibri"/>
                <a:sym typeface="Calibri"/>
              </a:rPr>
              <a:t>Tratamiento de los cambios a los ECs de la línea base (2.3)</a:t>
            </a:r>
            <a:endParaRPr/>
          </a:p>
          <a:p>
            <a:pPr indent="-187801" lvl="0" marL="292100" rtl="0" algn="l">
              <a:spcBef>
                <a:spcPts val="400"/>
              </a:spcBef>
              <a:spcAft>
                <a:spcPts val="0"/>
              </a:spcAft>
              <a:buSzPct val="105556"/>
              <a:buChar char="●"/>
            </a:pPr>
            <a:r>
              <a:rPr lang="es">
                <a:latin typeface="Calibri"/>
                <a:ea typeface="Calibri"/>
                <a:cs typeface="Calibri"/>
                <a:sym typeface="Calibri"/>
              </a:rPr>
              <a:t>El responsable de soporte mantiene copias de seguridad de todos los elementos de la línea base (se incluye también la PC completada y aprobada)</a:t>
            </a:r>
            <a:endParaRPr/>
          </a:p>
          <a:p>
            <a:pPr indent="-201454" lvl="1" marL="558800" rtl="0" algn="l">
              <a:spcBef>
                <a:spcPts val="300"/>
              </a:spcBef>
              <a:spcAft>
                <a:spcPts val="0"/>
              </a:spcAft>
              <a:buSzPct val="121429"/>
              <a:buChar char="○"/>
            </a:pPr>
            <a:r>
              <a:rPr lang="es">
                <a:latin typeface="Calibri"/>
                <a:ea typeface="Calibri"/>
                <a:cs typeface="Calibri"/>
                <a:sym typeface="Calibri"/>
              </a:rPr>
              <a:t>Todas las versiones de los elementos de la línea base se mantienen como copias de seguridad</a:t>
            </a:r>
            <a:endParaRPr/>
          </a:p>
          <a:p>
            <a:pPr indent="-187801" lvl="0" marL="292100" rtl="0" algn="l">
              <a:spcBef>
                <a:spcPts val="400"/>
              </a:spcBef>
              <a:spcAft>
                <a:spcPts val="0"/>
              </a:spcAft>
              <a:buSzPct val="105556"/>
              <a:buChar char="●"/>
            </a:pPr>
            <a:r>
              <a:rPr lang="es">
                <a:latin typeface="Calibri"/>
                <a:ea typeface="Calibri"/>
                <a:cs typeface="Calibri"/>
                <a:sym typeface="Calibri"/>
              </a:rPr>
              <a:t>El propietario del producto también mantiene una copia de la versión del producto</a:t>
            </a:r>
            <a:endParaRPr/>
          </a:p>
          <a:p>
            <a:pPr indent="-187801" lvl="0" marL="292100" rtl="0" algn="l">
              <a:spcBef>
                <a:spcPts val="400"/>
              </a:spcBef>
              <a:spcAft>
                <a:spcPts val="0"/>
              </a:spcAft>
              <a:buSzPct val="105556"/>
              <a:buChar char="●"/>
            </a:pPr>
            <a:r>
              <a:rPr lang="es">
                <a:latin typeface="Calibri"/>
                <a:ea typeface="Calibri"/>
                <a:cs typeface="Calibri"/>
                <a:sym typeface="Calibri"/>
              </a:rPr>
              <a:t>Los miembros del equipo pueden obtener los elementos de la línea base en cualquier momento, a menos que el CCC  o el propietario del producto haya limitado la disponibilidad del producto</a:t>
            </a:r>
            <a:endParaRPr/>
          </a:p>
          <a:p>
            <a:pPr indent="-201454" lvl="1" marL="558800" rtl="0" algn="l">
              <a:spcBef>
                <a:spcPts val="300"/>
              </a:spcBef>
              <a:spcAft>
                <a:spcPts val="0"/>
              </a:spcAft>
              <a:buSzPct val="121429"/>
              <a:buChar char="○"/>
            </a:pPr>
            <a:r>
              <a:rPr lang="es">
                <a:latin typeface="Calibri"/>
                <a:ea typeface="Calibri"/>
                <a:cs typeface="Calibri"/>
                <a:sym typeface="Calibri"/>
              </a:rPr>
              <a:t>Solicitados al responsable de soporte</a:t>
            </a: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6"/>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48" name="Google Shape;348;p46"/>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2.2 EC Nuevo – 1</a:t>
            </a:r>
            <a:endParaRPr sz="2600">
              <a:latin typeface="Cambria"/>
              <a:ea typeface="Cambria"/>
              <a:cs typeface="Cambria"/>
              <a:sym typeface="Cambria"/>
            </a:endParaRPr>
          </a:p>
        </p:txBody>
      </p:sp>
      <p:sp>
        <p:nvSpPr>
          <p:cNvPr id="349" name="Google Shape;349;p46"/>
          <p:cNvSpPr txBox="1"/>
          <p:nvPr>
            <p:ph idx="1" type="body"/>
          </p:nvPr>
        </p:nvSpPr>
        <p:spPr>
          <a:xfrm>
            <a:off x="30383" y="1276211"/>
            <a:ext cx="2992800" cy="35004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2100"/>
              <a:buChar char="●"/>
            </a:pPr>
            <a:r>
              <a:rPr lang="es" sz="2100">
                <a:latin typeface="Calibri"/>
                <a:ea typeface="Calibri"/>
                <a:cs typeface="Calibri"/>
                <a:sym typeface="Calibri"/>
              </a:rPr>
              <a:t>Para poner un producto en la línea base (entrega al CCC), el </a:t>
            </a:r>
            <a:r>
              <a:rPr b="1" lang="es" sz="2100">
                <a:latin typeface="Calibri"/>
                <a:ea typeface="Calibri"/>
                <a:cs typeface="Calibri"/>
                <a:sym typeface="Calibri"/>
              </a:rPr>
              <a:t>propietario</a:t>
            </a:r>
            <a:r>
              <a:rPr lang="es" sz="2100">
                <a:latin typeface="Calibri"/>
                <a:ea typeface="Calibri"/>
                <a:cs typeface="Calibri"/>
                <a:sym typeface="Calibri"/>
              </a:rPr>
              <a:t> le da el VºBº (aprueba)</a:t>
            </a:r>
            <a:endParaRPr/>
          </a:p>
          <a:p>
            <a:pPr indent="-196850" lvl="1" marL="558800" rtl="0" algn="l">
              <a:spcBef>
                <a:spcPts val="300"/>
              </a:spcBef>
              <a:spcAft>
                <a:spcPts val="0"/>
              </a:spcAft>
              <a:buSzPts val="1700"/>
              <a:buChar char="○"/>
            </a:pPr>
            <a:r>
              <a:rPr lang="es">
                <a:latin typeface="Calibri"/>
                <a:ea typeface="Calibri"/>
                <a:cs typeface="Calibri"/>
                <a:sym typeface="Calibri"/>
              </a:rPr>
              <a:t>El producto en formato electrónico / manual</a:t>
            </a:r>
            <a:endParaRPr/>
          </a:p>
        </p:txBody>
      </p:sp>
      <p:grpSp>
        <p:nvGrpSpPr>
          <p:cNvPr id="350" name="Google Shape;350;p46"/>
          <p:cNvGrpSpPr/>
          <p:nvPr/>
        </p:nvGrpSpPr>
        <p:grpSpPr>
          <a:xfrm>
            <a:off x="3130698" y="682924"/>
            <a:ext cx="5500011" cy="4295308"/>
            <a:chOff x="1660164" y="2759075"/>
            <a:chExt cx="5613401" cy="3994150"/>
          </a:xfrm>
        </p:grpSpPr>
        <p:pic>
          <p:nvPicPr>
            <p:cNvPr id="351" name="Google Shape;351;p46"/>
            <p:cNvPicPr preferRelativeResize="0"/>
            <p:nvPr/>
          </p:nvPicPr>
          <p:blipFill rotWithShape="1">
            <a:blip r:embed="rId3">
              <a:alphaModFix/>
            </a:blip>
            <a:srcRect b="0" l="0" r="0" t="0"/>
            <a:stretch/>
          </p:blipFill>
          <p:spPr>
            <a:xfrm>
              <a:off x="1660164" y="5648325"/>
              <a:ext cx="5613400" cy="1104900"/>
            </a:xfrm>
            <a:prstGeom prst="rect">
              <a:avLst/>
            </a:prstGeom>
            <a:noFill/>
            <a:ln>
              <a:noFill/>
            </a:ln>
          </p:spPr>
        </p:pic>
        <p:pic>
          <p:nvPicPr>
            <p:cNvPr id="352" name="Google Shape;352;p46"/>
            <p:cNvPicPr preferRelativeResize="0"/>
            <p:nvPr/>
          </p:nvPicPr>
          <p:blipFill rotWithShape="1">
            <a:blip r:embed="rId4">
              <a:alphaModFix/>
            </a:blip>
            <a:srcRect b="0" l="0" r="0" t="0"/>
            <a:stretch/>
          </p:blipFill>
          <p:spPr>
            <a:xfrm>
              <a:off x="1660164" y="2759075"/>
              <a:ext cx="5613401" cy="3441700"/>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58" name="Google Shape;358;p47"/>
          <p:cNvSpPr txBox="1"/>
          <p:nvPr>
            <p:ph type="title"/>
          </p:nvPr>
        </p:nvSpPr>
        <p:spPr>
          <a:xfrm>
            <a:off x="457200" y="47519"/>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2.2 EC Nuevo – 2</a:t>
            </a:r>
            <a:endParaRPr sz="2600">
              <a:latin typeface="Cambria"/>
              <a:ea typeface="Cambria"/>
              <a:cs typeface="Cambria"/>
              <a:sym typeface="Cambria"/>
            </a:endParaRPr>
          </a:p>
        </p:txBody>
      </p:sp>
      <p:sp>
        <p:nvSpPr>
          <p:cNvPr id="359" name="Google Shape;359;p47"/>
          <p:cNvSpPr txBox="1"/>
          <p:nvPr>
            <p:ph idx="1" type="body"/>
          </p:nvPr>
        </p:nvSpPr>
        <p:spPr>
          <a:xfrm>
            <a:off x="29828" y="1119850"/>
            <a:ext cx="3098700" cy="34143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2100"/>
              <a:buChar char="●"/>
            </a:pPr>
            <a:r>
              <a:rPr lang="es" sz="2100">
                <a:latin typeface="Calibri"/>
                <a:ea typeface="Calibri"/>
                <a:cs typeface="Calibri"/>
                <a:sym typeface="Calibri"/>
              </a:rPr>
              <a:t>El </a:t>
            </a:r>
            <a:r>
              <a:rPr b="1" lang="es" sz="2100">
                <a:latin typeface="Calibri"/>
                <a:ea typeface="Calibri"/>
                <a:cs typeface="Calibri"/>
                <a:sym typeface="Calibri"/>
              </a:rPr>
              <a:t>CCC (reunión inicial) </a:t>
            </a:r>
            <a:r>
              <a:rPr lang="es" sz="2100">
                <a:latin typeface="Calibri"/>
                <a:ea typeface="Calibri"/>
                <a:cs typeface="Calibri"/>
                <a:sym typeface="Calibri"/>
              </a:rPr>
              <a:t>revisa la entrega, </a:t>
            </a:r>
            <a:r>
              <a:rPr b="1" lang="es" sz="2100">
                <a:latin typeface="Calibri"/>
                <a:ea typeface="Calibri"/>
                <a:cs typeface="Calibri"/>
                <a:sym typeface="Calibri"/>
              </a:rPr>
              <a:t>abre</a:t>
            </a:r>
            <a:r>
              <a:rPr lang="es" sz="2100">
                <a:latin typeface="Calibri"/>
                <a:ea typeface="Calibri"/>
                <a:cs typeface="Calibri"/>
                <a:sym typeface="Calibri"/>
              </a:rPr>
              <a:t> la PC, le </a:t>
            </a:r>
            <a:r>
              <a:rPr b="1" lang="es" sz="2100">
                <a:latin typeface="Calibri"/>
                <a:ea typeface="Calibri"/>
                <a:cs typeface="Calibri"/>
                <a:sym typeface="Calibri"/>
              </a:rPr>
              <a:t>asigna número </a:t>
            </a:r>
            <a:r>
              <a:rPr lang="es" sz="2100">
                <a:latin typeface="Calibri"/>
                <a:ea typeface="Calibri"/>
                <a:cs typeface="Calibri"/>
                <a:sym typeface="Calibri"/>
              </a:rPr>
              <a:t>de petición y se la pasa al Responsable de Calidad</a:t>
            </a:r>
            <a:endParaRPr/>
          </a:p>
        </p:txBody>
      </p:sp>
      <p:grpSp>
        <p:nvGrpSpPr>
          <p:cNvPr id="360" name="Google Shape;360;p47"/>
          <p:cNvGrpSpPr/>
          <p:nvPr/>
        </p:nvGrpSpPr>
        <p:grpSpPr>
          <a:xfrm>
            <a:off x="3124333" y="492007"/>
            <a:ext cx="5245022" cy="4603639"/>
            <a:chOff x="3384792" y="1395111"/>
            <a:chExt cx="5618061" cy="5399530"/>
          </a:xfrm>
        </p:grpSpPr>
        <p:pic>
          <p:nvPicPr>
            <p:cNvPr id="361" name="Google Shape;361;p47"/>
            <p:cNvPicPr preferRelativeResize="0"/>
            <p:nvPr/>
          </p:nvPicPr>
          <p:blipFill rotWithShape="1">
            <a:blip r:embed="rId3">
              <a:alphaModFix/>
            </a:blip>
            <a:srcRect b="0" l="0" r="0" t="0"/>
            <a:stretch/>
          </p:blipFill>
          <p:spPr>
            <a:xfrm>
              <a:off x="3384792" y="1395111"/>
              <a:ext cx="5613400" cy="4457700"/>
            </a:xfrm>
            <a:prstGeom prst="rect">
              <a:avLst/>
            </a:prstGeom>
            <a:noFill/>
            <a:ln>
              <a:noFill/>
            </a:ln>
          </p:spPr>
        </p:pic>
        <p:pic>
          <p:nvPicPr>
            <p:cNvPr id="362" name="Google Shape;362;p47"/>
            <p:cNvPicPr preferRelativeResize="0"/>
            <p:nvPr/>
          </p:nvPicPr>
          <p:blipFill rotWithShape="1">
            <a:blip r:embed="rId4">
              <a:alphaModFix/>
            </a:blip>
            <a:srcRect b="0" l="0" r="0" t="0"/>
            <a:stretch/>
          </p:blipFill>
          <p:spPr>
            <a:xfrm>
              <a:off x="3389455" y="5207141"/>
              <a:ext cx="5613398" cy="15875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68" name="Google Shape;368;p48"/>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2.2 EC Nuevo – 3</a:t>
            </a:r>
            <a:endParaRPr sz="2600">
              <a:latin typeface="Cambria"/>
              <a:ea typeface="Cambria"/>
              <a:cs typeface="Cambria"/>
              <a:sym typeface="Cambria"/>
            </a:endParaRPr>
          </a:p>
        </p:txBody>
      </p:sp>
      <p:sp>
        <p:nvSpPr>
          <p:cNvPr id="369" name="Google Shape;369;p48"/>
          <p:cNvSpPr txBox="1"/>
          <p:nvPr>
            <p:ph idx="1" type="body"/>
          </p:nvPr>
        </p:nvSpPr>
        <p:spPr>
          <a:xfrm>
            <a:off x="0" y="1302152"/>
            <a:ext cx="3150600" cy="3472500"/>
          </a:xfrm>
          <a:prstGeom prst="rect">
            <a:avLst/>
          </a:prstGeom>
          <a:noFill/>
          <a:ln>
            <a:noFill/>
          </a:ln>
        </p:spPr>
        <p:txBody>
          <a:bodyPr anchorCtr="0" anchor="t" bIns="39550" lIns="79125" spcFirstLastPara="1" rIns="79125" wrap="square" tIns="39550">
            <a:normAutofit fontScale="92500" lnSpcReduction="20000"/>
          </a:bodyPr>
          <a:lstStyle/>
          <a:p>
            <a:pPr indent="-195580" lvl="0" marL="292100" rtl="0" algn="l">
              <a:spcBef>
                <a:spcPts val="0"/>
              </a:spcBef>
              <a:spcAft>
                <a:spcPts val="0"/>
              </a:spcAft>
              <a:buSzPct val="100000"/>
              <a:buChar char="●"/>
            </a:pPr>
            <a:r>
              <a:rPr lang="es" sz="1600">
                <a:latin typeface="Calibri"/>
                <a:ea typeface="Calibri"/>
                <a:cs typeface="Calibri"/>
                <a:sym typeface="Calibri"/>
              </a:rPr>
              <a:t>Responsable de </a:t>
            </a:r>
            <a:r>
              <a:rPr b="1" lang="es" sz="1600">
                <a:latin typeface="Calibri"/>
                <a:ea typeface="Calibri"/>
                <a:cs typeface="Calibri"/>
                <a:sym typeface="Calibri"/>
              </a:rPr>
              <a:t>calidad</a:t>
            </a:r>
            <a:r>
              <a:rPr lang="es" sz="1600">
                <a:latin typeface="Calibri"/>
                <a:ea typeface="Calibri"/>
                <a:cs typeface="Calibri"/>
                <a:sym typeface="Calibri"/>
              </a:rPr>
              <a:t>/proceso confirma la calidad del producto (aprueba), y lo devuelve al CCC</a:t>
            </a:r>
            <a:endParaRPr/>
          </a:p>
          <a:p>
            <a:pPr indent="-209233" lvl="1" marL="558800" rtl="0" algn="l">
              <a:spcBef>
                <a:spcPts val="300"/>
              </a:spcBef>
              <a:spcAft>
                <a:spcPts val="0"/>
              </a:spcAft>
              <a:buSzPct val="100000"/>
              <a:buChar char="○"/>
            </a:pPr>
            <a:r>
              <a:rPr lang="es" sz="1400">
                <a:latin typeface="Calibri"/>
                <a:ea typeface="Calibri"/>
                <a:cs typeface="Calibri"/>
                <a:sym typeface="Calibri"/>
              </a:rPr>
              <a:t>Están disponibles los datos del proceso sobre ese producto</a:t>
            </a:r>
            <a:endParaRPr/>
          </a:p>
          <a:p>
            <a:pPr indent="-209233" lvl="1" marL="558800" rtl="0" algn="l">
              <a:spcBef>
                <a:spcPts val="300"/>
              </a:spcBef>
              <a:spcAft>
                <a:spcPts val="0"/>
              </a:spcAft>
              <a:buSzPct val="100000"/>
              <a:buChar char="○"/>
            </a:pPr>
            <a:r>
              <a:rPr lang="es" sz="1400">
                <a:latin typeface="Calibri"/>
                <a:ea typeface="Calibri"/>
                <a:cs typeface="Calibri"/>
                <a:sym typeface="Calibri"/>
              </a:rPr>
              <a:t>Introduce los datos de la inspección (INS)</a:t>
            </a:r>
            <a:endParaRPr/>
          </a:p>
          <a:p>
            <a:pPr indent="-209233" lvl="1" marL="558800" rtl="0" algn="l">
              <a:spcBef>
                <a:spcPts val="300"/>
              </a:spcBef>
              <a:spcAft>
                <a:spcPts val="0"/>
              </a:spcAft>
              <a:buSzPct val="100000"/>
              <a:buChar char="○"/>
            </a:pPr>
            <a:r>
              <a:rPr lang="es" sz="1400">
                <a:latin typeface="Calibri"/>
                <a:ea typeface="Calibri"/>
                <a:cs typeface="Calibri"/>
                <a:sym typeface="Calibri"/>
              </a:rPr>
              <a:t>El producto satisface los criterios de calidad</a:t>
            </a:r>
            <a:endParaRPr/>
          </a:p>
          <a:p>
            <a:pPr indent="-195580" lvl="0" marL="292100" rtl="0" algn="l">
              <a:spcBef>
                <a:spcPts val="300"/>
              </a:spcBef>
              <a:spcAft>
                <a:spcPts val="0"/>
              </a:spcAft>
              <a:buSzPct val="100000"/>
              <a:buChar char="●"/>
            </a:pPr>
            <a:r>
              <a:rPr lang="es" sz="1600">
                <a:latin typeface="Calibri"/>
                <a:ea typeface="Calibri"/>
                <a:cs typeface="Calibri"/>
                <a:sym typeface="Calibri"/>
              </a:rPr>
              <a:t>El </a:t>
            </a:r>
            <a:r>
              <a:rPr b="1" lang="es" sz="1600">
                <a:latin typeface="Calibri"/>
                <a:ea typeface="Calibri"/>
                <a:cs typeface="Calibri"/>
                <a:sym typeface="Calibri"/>
              </a:rPr>
              <a:t>CCC (reunión final) </a:t>
            </a:r>
            <a:r>
              <a:rPr lang="es" sz="1600">
                <a:latin typeface="Calibri"/>
                <a:ea typeface="Calibri"/>
                <a:cs typeface="Calibri"/>
                <a:sym typeface="Calibri"/>
              </a:rPr>
              <a:t>revisa la documentación, y</a:t>
            </a:r>
            <a:endParaRPr/>
          </a:p>
          <a:p>
            <a:pPr indent="-209233" lvl="1" marL="558800" rtl="0" algn="l">
              <a:spcBef>
                <a:spcPts val="300"/>
              </a:spcBef>
              <a:spcAft>
                <a:spcPts val="0"/>
              </a:spcAft>
              <a:buSzPct val="100000"/>
              <a:buChar char="○"/>
            </a:pPr>
            <a:r>
              <a:rPr lang="es" sz="1400">
                <a:latin typeface="Calibri"/>
                <a:ea typeface="Calibri"/>
                <a:cs typeface="Calibri"/>
                <a:sym typeface="Calibri"/>
              </a:rPr>
              <a:t>Se aprueba, el producto se pone en la línea base (se cierra la PC)</a:t>
            </a:r>
            <a:endParaRPr/>
          </a:p>
          <a:p>
            <a:pPr indent="-209233" lvl="1" marL="558800" rtl="0" algn="l">
              <a:spcBef>
                <a:spcPts val="300"/>
              </a:spcBef>
              <a:spcAft>
                <a:spcPts val="0"/>
              </a:spcAft>
              <a:buSzPct val="100000"/>
              <a:buChar char="○"/>
            </a:pPr>
            <a:r>
              <a:rPr lang="es" sz="1400">
                <a:latin typeface="Calibri"/>
                <a:ea typeface="Calibri"/>
                <a:cs typeface="Calibri"/>
                <a:sym typeface="Calibri"/>
              </a:rPr>
              <a:t>Se desaprueba, se le comunica al ingeniero la información necesitada (también se cierra la PC)</a:t>
            </a:r>
            <a:endParaRPr/>
          </a:p>
        </p:txBody>
      </p:sp>
      <p:pic>
        <p:nvPicPr>
          <p:cNvPr id="370" name="Google Shape;370;p48"/>
          <p:cNvPicPr preferRelativeResize="0"/>
          <p:nvPr/>
        </p:nvPicPr>
        <p:blipFill rotWithShape="1">
          <a:blip r:embed="rId3">
            <a:alphaModFix/>
          </a:blip>
          <a:srcRect b="0" l="0" r="0" t="0"/>
          <a:stretch/>
        </p:blipFill>
        <p:spPr>
          <a:xfrm>
            <a:off x="3086950" y="696850"/>
            <a:ext cx="5993826" cy="42038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grpSp>
        <p:nvGrpSpPr>
          <p:cNvPr id="375" name="Google Shape;375;p49"/>
          <p:cNvGrpSpPr/>
          <p:nvPr/>
        </p:nvGrpSpPr>
        <p:grpSpPr>
          <a:xfrm>
            <a:off x="1136805" y="1109662"/>
            <a:ext cx="933531" cy="3643682"/>
            <a:chOff x="1231508" y="1479550"/>
            <a:chExt cx="1011300" cy="4858243"/>
          </a:xfrm>
        </p:grpSpPr>
        <p:sp>
          <p:nvSpPr>
            <p:cNvPr id="376" name="Google Shape;376;p49"/>
            <p:cNvSpPr/>
            <p:nvPr/>
          </p:nvSpPr>
          <p:spPr>
            <a:xfrm>
              <a:off x="1231508" y="1479550"/>
              <a:ext cx="1011300" cy="9018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Propietario</a:t>
              </a:r>
              <a:endParaRPr sz="1200"/>
            </a:p>
          </p:txBody>
        </p:sp>
        <p:cxnSp>
          <p:nvCxnSpPr>
            <p:cNvPr id="377" name="Google Shape;377;p49"/>
            <p:cNvCxnSpPr/>
            <p:nvPr/>
          </p:nvCxnSpPr>
          <p:spPr>
            <a:xfrm>
              <a:off x="1658744"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378" name="Google Shape;378;p49"/>
          <p:cNvGrpSpPr/>
          <p:nvPr/>
        </p:nvGrpSpPr>
        <p:grpSpPr>
          <a:xfrm>
            <a:off x="4945414" y="1125228"/>
            <a:ext cx="933531" cy="3643682"/>
            <a:chOff x="2975768" y="1479550"/>
            <a:chExt cx="1011300" cy="4858243"/>
          </a:xfrm>
        </p:grpSpPr>
        <p:sp>
          <p:nvSpPr>
            <p:cNvPr id="379" name="Google Shape;379;p49"/>
            <p:cNvSpPr/>
            <p:nvPr/>
          </p:nvSpPr>
          <p:spPr>
            <a:xfrm>
              <a:off x="2975768" y="1479550"/>
              <a:ext cx="1011300" cy="9018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Q</a:t>
              </a:r>
              <a:endParaRPr sz="1200"/>
            </a:p>
          </p:txBody>
        </p:sp>
        <p:cxnSp>
          <p:nvCxnSpPr>
            <p:cNvPr id="380" name="Google Shape;380;p49"/>
            <p:cNvCxnSpPr/>
            <p:nvPr/>
          </p:nvCxnSpPr>
          <p:spPr>
            <a:xfrm>
              <a:off x="3474121"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381" name="Google Shape;381;p49"/>
          <p:cNvGrpSpPr/>
          <p:nvPr/>
        </p:nvGrpSpPr>
        <p:grpSpPr>
          <a:xfrm>
            <a:off x="2909176" y="1155136"/>
            <a:ext cx="933531" cy="3643682"/>
            <a:chOff x="5312205" y="1479550"/>
            <a:chExt cx="1011300" cy="4858243"/>
          </a:xfrm>
        </p:grpSpPr>
        <p:sp>
          <p:nvSpPr>
            <p:cNvPr id="382" name="Google Shape;382;p49"/>
            <p:cNvSpPr/>
            <p:nvPr/>
          </p:nvSpPr>
          <p:spPr>
            <a:xfrm>
              <a:off x="5312205" y="1479550"/>
              <a:ext cx="1011300" cy="9033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CCC</a:t>
              </a:r>
              <a:endParaRPr sz="1200"/>
            </a:p>
          </p:txBody>
        </p:sp>
        <p:cxnSp>
          <p:nvCxnSpPr>
            <p:cNvPr id="383" name="Google Shape;383;p49"/>
            <p:cNvCxnSpPr/>
            <p:nvPr/>
          </p:nvCxnSpPr>
          <p:spPr>
            <a:xfrm>
              <a:off x="5827180"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384" name="Google Shape;384;p49"/>
          <p:cNvGrpSpPr/>
          <p:nvPr/>
        </p:nvGrpSpPr>
        <p:grpSpPr>
          <a:xfrm>
            <a:off x="6770642" y="1109662"/>
            <a:ext cx="933531" cy="3643682"/>
            <a:chOff x="7334679" y="1479550"/>
            <a:chExt cx="1011300" cy="4858243"/>
          </a:xfrm>
        </p:grpSpPr>
        <p:sp>
          <p:nvSpPr>
            <p:cNvPr id="385" name="Google Shape;385;p49"/>
            <p:cNvSpPr/>
            <p:nvPr/>
          </p:nvSpPr>
          <p:spPr>
            <a:xfrm>
              <a:off x="7334679" y="1479550"/>
              <a:ext cx="1011300" cy="9033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Línea Base</a:t>
              </a:r>
              <a:endParaRPr sz="1200"/>
            </a:p>
          </p:txBody>
        </p:sp>
        <p:cxnSp>
          <p:nvCxnSpPr>
            <p:cNvPr id="386" name="Google Shape;386;p49"/>
            <p:cNvCxnSpPr/>
            <p:nvPr/>
          </p:nvCxnSpPr>
          <p:spPr>
            <a:xfrm>
              <a:off x="7845104" y="2377793"/>
              <a:ext cx="0" cy="3960000"/>
            </a:xfrm>
            <a:prstGeom prst="straightConnector1">
              <a:avLst/>
            </a:prstGeom>
            <a:noFill/>
            <a:ln cap="flat" cmpd="sng" w="34925">
              <a:solidFill>
                <a:srgbClr val="A6A177"/>
              </a:solidFill>
              <a:prstDash val="solid"/>
              <a:round/>
              <a:headEnd len="sm" w="sm" type="none"/>
              <a:tailEnd len="sm" w="sm" type="none"/>
            </a:ln>
          </p:spPr>
        </p:cxnSp>
      </p:grpSp>
      <p:sp>
        <p:nvSpPr>
          <p:cNvPr id="387" name="Google Shape;387;p49"/>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388" name="Google Shape;388;p49"/>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2.2 EC Nuevo – 4</a:t>
            </a:r>
            <a:endParaRPr sz="2600">
              <a:latin typeface="Cambria"/>
              <a:ea typeface="Cambria"/>
              <a:cs typeface="Cambria"/>
              <a:sym typeface="Cambria"/>
            </a:endParaRPr>
          </a:p>
        </p:txBody>
      </p:sp>
      <p:cxnSp>
        <p:nvCxnSpPr>
          <p:cNvPr id="389" name="Google Shape;389;p49"/>
          <p:cNvCxnSpPr/>
          <p:nvPr/>
        </p:nvCxnSpPr>
        <p:spPr>
          <a:xfrm flipH="1" rot="10800000">
            <a:off x="1522236" y="2373896"/>
            <a:ext cx="1853400" cy="15600"/>
          </a:xfrm>
          <a:prstGeom prst="straightConnector1">
            <a:avLst/>
          </a:prstGeom>
          <a:noFill/>
          <a:ln cap="flat" cmpd="sng" w="25400">
            <a:solidFill>
              <a:srgbClr val="00FF00"/>
            </a:solidFill>
            <a:prstDash val="solid"/>
            <a:round/>
            <a:headEnd len="sm" w="sm" type="none"/>
            <a:tailEnd len="med" w="med" type="stealth"/>
          </a:ln>
        </p:spPr>
      </p:cxnSp>
      <p:cxnSp>
        <p:nvCxnSpPr>
          <p:cNvPr id="390" name="Google Shape;390;p49"/>
          <p:cNvCxnSpPr/>
          <p:nvPr/>
        </p:nvCxnSpPr>
        <p:spPr>
          <a:xfrm>
            <a:off x="3413646" y="2991057"/>
            <a:ext cx="1998600" cy="0"/>
          </a:xfrm>
          <a:prstGeom prst="straightConnector1">
            <a:avLst/>
          </a:prstGeom>
          <a:noFill/>
          <a:ln cap="flat" cmpd="sng" w="25400">
            <a:solidFill>
              <a:srgbClr val="00FF00"/>
            </a:solidFill>
            <a:prstDash val="solid"/>
            <a:round/>
            <a:headEnd len="sm" w="sm" type="none"/>
            <a:tailEnd len="med" w="med" type="stealth"/>
          </a:ln>
        </p:spPr>
      </p:cxnSp>
      <p:cxnSp>
        <p:nvCxnSpPr>
          <p:cNvPr id="391" name="Google Shape;391;p49"/>
          <p:cNvCxnSpPr/>
          <p:nvPr/>
        </p:nvCxnSpPr>
        <p:spPr>
          <a:xfrm rot="10800000">
            <a:off x="3374169" y="4139607"/>
            <a:ext cx="2037900" cy="0"/>
          </a:xfrm>
          <a:prstGeom prst="straightConnector1">
            <a:avLst/>
          </a:prstGeom>
          <a:noFill/>
          <a:ln cap="flat" cmpd="sng" w="25400">
            <a:solidFill>
              <a:srgbClr val="00FF00"/>
            </a:solidFill>
            <a:prstDash val="solid"/>
            <a:round/>
            <a:headEnd len="sm" w="sm" type="none"/>
            <a:tailEnd len="med" w="med" type="stealth"/>
          </a:ln>
        </p:spPr>
      </p:cxnSp>
      <p:cxnSp>
        <p:nvCxnSpPr>
          <p:cNvPr id="392" name="Google Shape;392;p49"/>
          <p:cNvCxnSpPr/>
          <p:nvPr/>
        </p:nvCxnSpPr>
        <p:spPr>
          <a:xfrm flipH="1" rot="10800000">
            <a:off x="3367109" y="4464563"/>
            <a:ext cx="3826500" cy="7200"/>
          </a:xfrm>
          <a:prstGeom prst="straightConnector1">
            <a:avLst/>
          </a:prstGeom>
          <a:noFill/>
          <a:ln cap="flat" cmpd="sng" w="25400">
            <a:solidFill>
              <a:srgbClr val="00FF00"/>
            </a:solidFill>
            <a:prstDash val="solid"/>
            <a:round/>
            <a:headEnd len="sm" w="sm" type="none"/>
            <a:tailEnd len="med" w="med" type="stealth"/>
          </a:ln>
        </p:spPr>
      </p:cxnSp>
      <p:sp>
        <p:nvSpPr>
          <p:cNvPr id="393" name="Google Shape;393;p49"/>
          <p:cNvSpPr/>
          <p:nvPr/>
        </p:nvSpPr>
        <p:spPr>
          <a:xfrm>
            <a:off x="3499832" y="4513870"/>
            <a:ext cx="1431600" cy="4425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CCC_final, </a:t>
            </a:r>
            <a:r>
              <a:rPr b="1" lang="es" sz="1000">
                <a:solidFill>
                  <a:srgbClr val="3366FF"/>
                </a:solidFill>
                <a:latin typeface="Comic Sans MS"/>
                <a:ea typeface="Comic Sans MS"/>
                <a:cs typeface="Comic Sans MS"/>
                <a:sym typeface="Comic Sans MS"/>
              </a:rPr>
              <a:t>aprobada/rechazada</a:t>
            </a:r>
            <a:endParaRPr sz="1200"/>
          </a:p>
        </p:txBody>
      </p:sp>
      <p:sp>
        <p:nvSpPr>
          <p:cNvPr id="394" name="Google Shape;394;p49"/>
          <p:cNvSpPr/>
          <p:nvPr/>
        </p:nvSpPr>
        <p:spPr>
          <a:xfrm>
            <a:off x="7275099" y="4033838"/>
            <a:ext cx="1043400" cy="3885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rgbClr val="3366FF"/>
                </a:solidFill>
                <a:latin typeface="Comic Sans MS"/>
                <a:ea typeface="Comic Sans MS"/>
                <a:cs typeface="Comic Sans MS"/>
                <a:sym typeface="Comic Sans MS"/>
              </a:rPr>
              <a:t>cerrada</a:t>
            </a:r>
            <a:endParaRPr sz="1200"/>
          </a:p>
        </p:txBody>
      </p:sp>
      <p:sp>
        <p:nvSpPr>
          <p:cNvPr id="395" name="Google Shape;395;p49"/>
          <p:cNvSpPr/>
          <p:nvPr/>
        </p:nvSpPr>
        <p:spPr>
          <a:xfrm>
            <a:off x="5503305" y="2983677"/>
            <a:ext cx="823554" cy="521478"/>
          </a:xfrm>
          <a:prstGeom prst="flowChartDocumen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Formulario LOGD (Autor)</a:t>
            </a:r>
            <a:endParaRPr sz="1200"/>
          </a:p>
        </p:txBody>
      </p:sp>
      <p:sp>
        <p:nvSpPr>
          <p:cNvPr id="396" name="Google Shape;396;p49"/>
          <p:cNvSpPr/>
          <p:nvPr/>
        </p:nvSpPr>
        <p:spPr>
          <a:xfrm>
            <a:off x="7337033" y="4562504"/>
            <a:ext cx="577500" cy="387000"/>
          </a:xfrm>
          <a:prstGeom prst="rect">
            <a:avLst/>
          </a:prstGeom>
          <a:solidFill>
            <a:schemeClr val="accent1"/>
          </a:solidFill>
          <a:ln cap="flat" cmpd="sng" w="12700">
            <a:solidFill>
              <a:schemeClr val="dk1"/>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ERSv1</a:t>
            </a:r>
            <a:endParaRPr sz="1200"/>
          </a:p>
        </p:txBody>
      </p:sp>
      <p:sp>
        <p:nvSpPr>
          <p:cNvPr id="397" name="Google Shape;397;p49"/>
          <p:cNvSpPr/>
          <p:nvPr/>
        </p:nvSpPr>
        <p:spPr>
          <a:xfrm>
            <a:off x="846235" y="1832804"/>
            <a:ext cx="577500" cy="387000"/>
          </a:xfrm>
          <a:prstGeom prst="rec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a:t>
            </a:r>
            <a:endParaRPr sz="1200"/>
          </a:p>
        </p:txBody>
      </p:sp>
      <p:sp>
        <p:nvSpPr>
          <p:cNvPr id="398" name="Google Shape;398;p49"/>
          <p:cNvSpPr/>
          <p:nvPr/>
        </p:nvSpPr>
        <p:spPr>
          <a:xfrm>
            <a:off x="1566678" y="1922663"/>
            <a:ext cx="958500" cy="4515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Propietario</a:t>
            </a:r>
            <a:endParaRPr sz="1200"/>
          </a:p>
          <a:p>
            <a:pPr indent="0" lvl="0" marL="0" marR="0" rtl="0" algn="ctr">
              <a:spcBef>
                <a:spcPts val="0"/>
              </a:spcBef>
              <a:spcAft>
                <a:spcPts val="0"/>
              </a:spcAft>
              <a:buNone/>
            </a:pPr>
            <a:r>
              <a:rPr b="1" lang="es" sz="1000">
                <a:solidFill>
                  <a:srgbClr val="3366FF"/>
                </a:solidFill>
                <a:latin typeface="Comic Sans MS"/>
                <a:ea typeface="Comic Sans MS"/>
                <a:cs typeface="Comic Sans MS"/>
                <a:sym typeface="Comic Sans MS"/>
              </a:rPr>
              <a:t>F_petición</a:t>
            </a:r>
            <a:endParaRPr b="1" sz="1000">
              <a:solidFill>
                <a:srgbClr val="3366FF"/>
              </a:solidFill>
              <a:latin typeface="Comic Sans MS"/>
              <a:ea typeface="Comic Sans MS"/>
              <a:cs typeface="Comic Sans MS"/>
              <a:sym typeface="Comic Sans MS"/>
            </a:endParaRPr>
          </a:p>
        </p:txBody>
      </p:sp>
      <p:sp>
        <p:nvSpPr>
          <p:cNvPr id="399" name="Google Shape;399;p49"/>
          <p:cNvSpPr/>
          <p:nvPr/>
        </p:nvSpPr>
        <p:spPr>
          <a:xfrm>
            <a:off x="3440300" y="2286123"/>
            <a:ext cx="1084500" cy="6156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CCC_inicial</a:t>
            </a:r>
            <a:endParaRPr b="1" sz="1000">
              <a:solidFill>
                <a:schemeClr val="dk1"/>
              </a:solidFill>
              <a:latin typeface="Comic Sans MS"/>
              <a:ea typeface="Comic Sans MS"/>
              <a:cs typeface="Comic Sans MS"/>
              <a:sym typeface="Comic Sans MS"/>
            </a:endParaRPr>
          </a:p>
          <a:p>
            <a:pPr indent="0" lvl="0" marL="0" marR="0" rtl="0" algn="ctr">
              <a:spcBef>
                <a:spcPts val="0"/>
              </a:spcBef>
              <a:spcAft>
                <a:spcPts val="0"/>
              </a:spcAft>
              <a:buNone/>
            </a:pPr>
            <a:r>
              <a:rPr b="1" lang="es" sz="1000">
                <a:solidFill>
                  <a:srgbClr val="3366FF"/>
                </a:solidFill>
                <a:latin typeface="Comic Sans MS"/>
                <a:ea typeface="Comic Sans MS"/>
                <a:cs typeface="Comic Sans MS"/>
                <a:sym typeface="Comic Sans MS"/>
              </a:rPr>
              <a:t>abierta</a:t>
            </a:r>
            <a:r>
              <a:rPr b="1" lang="es" sz="1000">
                <a:solidFill>
                  <a:schemeClr val="dk1"/>
                </a:solidFill>
                <a:latin typeface="Comic Sans MS"/>
                <a:ea typeface="Comic Sans MS"/>
                <a:cs typeface="Comic Sans MS"/>
                <a:sym typeface="Comic Sans MS"/>
              </a:rPr>
              <a:t>, Nº PC</a:t>
            </a:r>
            <a:endParaRPr sz="1200"/>
          </a:p>
        </p:txBody>
      </p:sp>
      <p:sp>
        <p:nvSpPr>
          <p:cNvPr id="400" name="Google Shape;400;p49"/>
          <p:cNvSpPr/>
          <p:nvPr/>
        </p:nvSpPr>
        <p:spPr>
          <a:xfrm>
            <a:off x="4123651" y="3816633"/>
            <a:ext cx="1210500" cy="2943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Calidad/Proceso</a:t>
            </a:r>
            <a:endParaRPr sz="1200"/>
          </a:p>
        </p:txBody>
      </p:sp>
      <p:sp>
        <p:nvSpPr>
          <p:cNvPr id="401" name="Google Shape;401;p49"/>
          <p:cNvSpPr/>
          <p:nvPr/>
        </p:nvSpPr>
        <p:spPr>
          <a:xfrm>
            <a:off x="5638507" y="3386775"/>
            <a:ext cx="823554" cy="521478"/>
          </a:xfrm>
          <a:prstGeom prst="flowChartDocumen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Formulario INS (Q)</a:t>
            </a:r>
            <a:endParaRPr sz="1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0"/>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2.2 EC Nuevo – 5</a:t>
            </a:r>
            <a:endParaRPr sz="2600">
              <a:latin typeface="Cambria"/>
              <a:ea typeface="Cambria"/>
              <a:cs typeface="Cambria"/>
              <a:sym typeface="Cambria"/>
            </a:endParaRPr>
          </a:p>
        </p:txBody>
      </p:sp>
      <p:sp>
        <p:nvSpPr>
          <p:cNvPr id="407" name="Google Shape;407;p50"/>
          <p:cNvSpPr txBox="1"/>
          <p:nvPr>
            <p:ph idx="1" type="body"/>
          </p:nvPr>
        </p:nvSpPr>
        <p:spPr>
          <a:xfrm>
            <a:off x="457200" y="1152144"/>
            <a:ext cx="3657600" cy="3442800"/>
          </a:xfrm>
          <a:prstGeom prst="rect">
            <a:avLst/>
          </a:prstGeom>
          <a:noFill/>
          <a:ln>
            <a:noFill/>
          </a:ln>
        </p:spPr>
        <p:txBody>
          <a:bodyPr anchorCtr="0" anchor="t" bIns="39550" lIns="79125" spcFirstLastPara="1" rIns="79125" wrap="square" tIns="39550">
            <a:normAutofit/>
          </a:bodyPr>
          <a:lstStyle/>
          <a:p>
            <a:pPr indent="-190500" lvl="0" marL="292100" rtl="0" algn="l">
              <a:spcBef>
                <a:spcPts val="0"/>
              </a:spcBef>
              <a:spcAft>
                <a:spcPts val="0"/>
              </a:spcAft>
              <a:buSzPts val="2400"/>
              <a:buChar char="●"/>
            </a:pPr>
            <a:r>
              <a:rPr lang="es"/>
              <a:t>Aprobaciones</a:t>
            </a:r>
            <a:endParaRPr/>
          </a:p>
          <a:p>
            <a:pPr indent="-209550" lvl="1" marL="558800" rtl="0" algn="l">
              <a:spcBef>
                <a:spcPts val="400"/>
              </a:spcBef>
              <a:spcAft>
                <a:spcPts val="0"/>
              </a:spcAft>
              <a:buSzPts val="2100"/>
              <a:buChar char="○"/>
            </a:pPr>
            <a:r>
              <a:rPr lang="es"/>
              <a:t>1 Propietario del EC</a:t>
            </a:r>
            <a:endParaRPr/>
          </a:p>
          <a:p>
            <a:pPr indent="-76200" lvl="1" marL="558800" rtl="0" algn="l">
              <a:spcBef>
                <a:spcPts val="400"/>
              </a:spcBef>
              <a:spcAft>
                <a:spcPts val="0"/>
              </a:spcAft>
              <a:buSzPts val="2100"/>
              <a:buNone/>
            </a:pPr>
            <a:r>
              <a:t/>
            </a:r>
            <a:endParaRPr/>
          </a:p>
          <a:p>
            <a:pPr indent="-209550" lvl="1" marL="558800" rtl="0" algn="l">
              <a:spcBef>
                <a:spcPts val="400"/>
              </a:spcBef>
              <a:spcAft>
                <a:spcPts val="0"/>
              </a:spcAft>
              <a:buSzPts val="2100"/>
              <a:buChar char="○"/>
            </a:pPr>
            <a:r>
              <a:rPr lang="es"/>
              <a:t>3 CCC (reunión inicial)</a:t>
            </a:r>
            <a:endParaRPr/>
          </a:p>
          <a:p>
            <a:pPr indent="-209550" lvl="1" marL="558800" rtl="0" algn="l">
              <a:spcBef>
                <a:spcPts val="400"/>
              </a:spcBef>
              <a:spcAft>
                <a:spcPts val="0"/>
              </a:spcAft>
              <a:buSzPts val="2100"/>
              <a:buChar char="○"/>
            </a:pPr>
            <a:r>
              <a:rPr lang="es"/>
              <a:t>4 Responsable de Q</a:t>
            </a:r>
            <a:endParaRPr/>
          </a:p>
          <a:p>
            <a:pPr indent="-209550" lvl="1" marL="558800" rtl="0" algn="l">
              <a:spcBef>
                <a:spcPts val="400"/>
              </a:spcBef>
              <a:spcAft>
                <a:spcPts val="0"/>
              </a:spcAft>
              <a:buSzPts val="2100"/>
              <a:buChar char="○"/>
            </a:pPr>
            <a:r>
              <a:rPr lang="es"/>
              <a:t>5 CCC (reunión final)</a:t>
            </a:r>
            <a:endParaRPr/>
          </a:p>
        </p:txBody>
      </p:sp>
      <p:sp>
        <p:nvSpPr>
          <p:cNvPr id="408" name="Google Shape;408;p50"/>
          <p:cNvSpPr txBox="1"/>
          <p:nvPr>
            <p:ph idx="2" type="body"/>
          </p:nvPr>
        </p:nvSpPr>
        <p:spPr>
          <a:xfrm>
            <a:off x="4114800" y="1152150"/>
            <a:ext cx="4492800" cy="3442800"/>
          </a:xfrm>
          <a:prstGeom prst="rect">
            <a:avLst/>
          </a:prstGeom>
          <a:noFill/>
          <a:ln>
            <a:noFill/>
          </a:ln>
        </p:spPr>
        <p:txBody>
          <a:bodyPr anchorCtr="0" anchor="t" bIns="39550" lIns="79125" spcFirstLastPara="1" rIns="79125" wrap="square" tIns="39550">
            <a:normAutofit/>
          </a:bodyPr>
          <a:lstStyle/>
          <a:p>
            <a:pPr indent="-190500" lvl="0" marL="292100" rtl="0" algn="l">
              <a:spcBef>
                <a:spcPts val="0"/>
              </a:spcBef>
              <a:spcAft>
                <a:spcPts val="0"/>
              </a:spcAft>
              <a:buSzPts val="2400"/>
              <a:buChar char="●"/>
            </a:pPr>
            <a:r>
              <a:rPr lang="es"/>
              <a:t>Estado</a:t>
            </a:r>
            <a:endParaRPr/>
          </a:p>
          <a:p>
            <a:pPr indent="-209550" lvl="1" marL="558800" rtl="0" algn="l">
              <a:spcBef>
                <a:spcPts val="400"/>
              </a:spcBef>
              <a:spcAft>
                <a:spcPts val="0"/>
              </a:spcAft>
              <a:buSzPts val="2100"/>
              <a:buChar char="○"/>
            </a:pPr>
            <a:r>
              <a:rPr lang="es"/>
              <a:t>1-2 Fecha Petición </a:t>
            </a:r>
            <a:endParaRPr/>
          </a:p>
          <a:p>
            <a:pPr indent="0" lvl="0" marL="558800" rtl="0" algn="l">
              <a:spcBef>
                <a:spcPts val="400"/>
              </a:spcBef>
              <a:spcAft>
                <a:spcPts val="0"/>
              </a:spcAft>
              <a:buNone/>
            </a:pPr>
            <a:r>
              <a:t/>
            </a:r>
            <a:endParaRPr/>
          </a:p>
          <a:p>
            <a:pPr indent="-209550" lvl="1" marL="558800" rtl="0" algn="l">
              <a:spcBef>
                <a:spcPts val="400"/>
              </a:spcBef>
              <a:spcAft>
                <a:spcPts val="0"/>
              </a:spcAft>
              <a:buSzPts val="2100"/>
              <a:buChar char="○"/>
            </a:pPr>
            <a:r>
              <a:rPr lang="es"/>
              <a:t>3 Abierta</a:t>
            </a:r>
            <a:endParaRPr/>
          </a:p>
          <a:p>
            <a:pPr indent="-76200" lvl="1" marL="558800" rtl="0" algn="l">
              <a:spcBef>
                <a:spcPts val="400"/>
              </a:spcBef>
              <a:spcAft>
                <a:spcPts val="0"/>
              </a:spcAft>
              <a:buSzPts val="2100"/>
              <a:buNone/>
            </a:pPr>
            <a:r>
              <a:t/>
            </a:r>
            <a:endParaRPr/>
          </a:p>
          <a:p>
            <a:pPr indent="-209550" lvl="1" marL="558800" rtl="0" algn="l">
              <a:spcBef>
                <a:spcPts val="400"/>
              </a:spcBef>
              <a:spcAft>
                <a:spcPts val="0"/>
              </a:spcAft>
              <a:buSzPts val="2100"/>
              <a:buChar char="○"/>
            </a:pPr>
            <a:r>
              <a:rPr lang="es"/>
              <a:t>5 Aprobada vs Desaprobada</a:t>
            </a:r>
            <a:endParaRPr/>
          </a:p>
          <a:p>
            <a:pPr indent="-209550" lvl="1" marL="558800" rtl="0" algn="l">
              <a:spcBef>
                <a:spcPts val="400"/>
              </a:spcBef>
              <a:spcAft>
                <a:spcPts val="0"/>
              </a:spcAft>
              <a:buSzPts val="2100"/>
              <a:buChar char="○"/>
            </a:pPr>
            <a:r>
              <a:rPr lang="es"/>
              <a:t>5 Cerrada</a:t>
            </a:r>
            <a:endParaRPr/>
          </a:p>
        </p:txBody>
      </p:sp>
      <p:sp>
        <p:nvSpPr>
          <p:cNvPr id="409" name="Google Shape;409;p50"/>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1"/>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Veamos un Ejemplo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2"/>
          <p:cNvSpPr txBox="1"/>
          <p:nvPr>
            <p:ph idx="1" type="body"/>
          </p:nvPr>
        </p:nvSpPr>
        <p:spPr>
          <a:xfrm>
            <a:off x="311700" y="0"/>
            <a:ext cx="8520600" cy="704100"/>
          </a:xfrm>
          <a:prstGeom prst="rect">
            <a:avLst/>
          </a:prstGeom>
        </p:spPr>
        <p:txBody>
          <a:bodyPr anchorCtr="0" anchor="t" bIns="91425" lIns="91425" spcFirstLastPara="1" rIns="91425" wrap="square" tIns="91425">
            <a:normAutofit lnSpcReduction="20000"/>
          </a:bodyPr>
          <a:lstStyle/>
          <a:p>
            <a:pPr indent="-317500" lvl="0" marL="228600" rtl="0" algn="just">
              <a:lnSpc>
                <a:spcPct val="100000"/>
              </a:lnSpc>
              <a:spcBef>
                <a:spcPts val="300"/>
              </a:spcBef>
              <a:spcAft>
                <a:spcPts val="600"/>
              </a:spcAft>
              <a:buClr>
                <a:srgbClr val="000000"/>
              </a:buClr>
              <a:buSzPts val="1400"/>
              <a:buFont typeface="Times New Roman"/>
              <a:buAutoNum type="arabicPeriod"/>
            </a:pPr>
            <a:r>
              <a:rPr b="1" lang="es" sz="1400">
                <a:solidFill>
                  <a:srgbClr val="000000"/>
                </a:solidFill>
                <a:latin typeface="Times New Roman"/>
                <a:ea typeface="Times New Roman"/>
                <a:cs typeface="Times New Roman"/>
                <a:sym typeface="Times New Roman"/>
              </a:rPr>
              <a:t>Teniendo en cuenta los siguientes datos de una Petición de Cambio sobre un Elemento de Configuración nuevo (no existente en Línea Base), </a:t>
            </a:r>
            <a:r>
              <a:rPr b="1" lang="es" sz="1400">
                <a:solidFill>
                  <a:srgbClr val="FF0000"/>
                </a:solidFill>
                <a:latin typeface="Times New Roman"/>
                <a:ea typeface="Times New Roman"/>
                <a:cs typeface="Times New Roman"/>
                <a:sym typeface="Times New Roman"/>
              </a:rPr>
              <a:t>buscar los defectos / inconsistencias que se encuentren en ella, considerando que los datos del Estado de la PC son correctos.</a:t>
            </a:r>
            <a:endParaRPr sz="2000">
              <a:solidFill>
                <a:srgbClr val="FF0000"/>
              </a:solidFill>
            </a:endParaRPr>
          </a:p>
        </p:txBody>
      </p:sp>
      <p:pic>
        <p:nvPicPr>
          <p:cNvPr id="420" name="Google Shape;420;p52"/>
          <p:cNvPicPr preferRelativeResize="0"/>
          <p:nvPr/>
        </p:nvPicPr>
        <p:blipFill rotWithShape="1">
          <a:blip r:embed="rId3">
            <a:alphaModFix/>
          </a:blip>
          <a:srcRect b="0" l="0" r="0" t="3568"/>
          <a:stretch/>
        </p:blipFill>
        <p:spPr>
          <a:xfrm>
            <a:off x="362025" y="704200"/>
            <a:ext cx="8601600" cy="2980025"/>
          </a:xfrm>
          <a:prstGeom prst="rect">
            <a:avLst/>
          </a:prstGeom>
          <a:noFill/>
          <a:ln>
            <a:noFill/>
          </a:ln>
        </p:spPr>
      </p:pic>
      <p:sp>
        <p:nvSpPr>
          <p:cNvPr id="421" name="Google Shape;421;p52"/>
          <p:cNvSpPr txBox="1"/>
          <p:nvPr/>
        </p:nvSpPr>
        <p:spPr>
          <a:xfrm>
            <a:off x="861150" y="3745750"/>
            <a:ext cx="7508400" cy="1306500"/>
          </a:xfrm>
          <a:prstGeom prst="rect">
            <a:avLst/>
          </a:prstGeom>
          <a:solidFill>
            <a:schemeClr val="dk1"/>
          </a:solidFill>
          <a:ln>
            <a:noFill/>
          </a:ln>
        </p:spPr>
        <p:txBody>
          <a:bodyPr anchorCtr="0" anchor="t" bIns="91425" lIns="91425" spcFirstLastPara="1" rIns="91425" wrap="square" tIns="91425">
            <a:noAutofit/>
          </a:bodyPr>
          <a:lstStyle/>
          <a:p>
            <a:pPr indent="0" lvl="0" marL="0" rtl="0" algn="just">
              <a:spcBef>
                <a:spcPts val="300"/>
              </a:spcBef>
              <a:spcAft>
                <a:spcPts val="0"/>
              </a:spcAft>
              <a:buNone/>
            </a:pPr>
            <a:r>
              <a:rPr lang="es" sz="1200">
                <a:latin typeface="Times New Roman"/>
                <a:ea typeface="Times New Roman"/>
                <a:cs typeface="Times New Roman"/>
                <a:sym typeface="Times New Roman"/>
              </a:rPr>
              <a:t>La fecha de aprobación del propietario debería ser anterior o igual al 17 de Mayo. El propietario del EC no puede aprobar la PC (18 de Mayo) una vez que la petición ya ha sido abierta (17 de Mayo).</a:t>
            </a:r>
            <a:endParaRPr sz="1200">
              <a:latin typeface="Times New Roman"/>
              <a:ea typeface="Times New Roman"/>
              <a:cs typeface="Times New Roman"/>
              <a:sym typeface="Times New Roman"/>
            </a:endParaRPr>
          </a:p>
          <a:p>
            <a:pPr indent="0" lvl="0" marL="0" rtl="0" algn="just">
              <a:spcBef>
                <a:spcPts val="600"/>
              </a:spcBef>
              <a:spcAft>
                <a:spcPts val="0"/>
              </a:spcAft>
              <a:buNone/>
            </a:pPr>
            <a:r>
              <a:rPr lang="es" sz="1200">
                <a:latin typeface="Times New Roman"/>
                <a:ea typeface="Times New Roman"/>
                <a:cs typeface="Times New Roman"/>
                <a:sym typeface="Times New Roman"/>
              </a:rPr>
              <a:t>La fecha de aprobación del responsable de Calidad/Proceso debería ser anterior o igual al 22 de Mayo. El Responsable de Calidad/Proceso no puede aprobar la PC (23 de Mayo) una vez que la PC está en estado de aprobada (22 de Mayo).</a:t>
            </a:r>
            <a:endParaRPr sz="1200">
              <a:latin typeface="Times New Roman"/>
              <a:ea typeface="Times New Roman"/>
              <a:cs typeface="Times New Roman"/>
              <a:sym typeface="Times New Roman"/>
            </a:endParaRPr>
          </a:p>
          <a:p>
            <a:pPr indent="0" lvl="0" marL="0" rtl="0" algn="just">
              <a:spcBef>
                <a:spcPts val="600"/>
              </a:spcBef>
              <a:spcAft>
                <a:spcPts val="0"/>
              </a:spcAft>
              <a:buNone/>
            </a:pPr>
            <a:r>
              <a:rPr lang="es" sz="1200">
                <a:latin typeface="Times New Roman"/>
                <a:ea typeface="Times New Roman"/>
                <a:cs typeface="Times New Roman"/>
                <a:sym typeface="Times New Roman"/>
              </a:rPr>
              <a:t>El CCC (reunión final) debería aprobar la PC en la fecha en la cual su estado es Aprobado (22 de Mayo).</a:t>
            </a:r>
            <a:endParaRPr sz="1200">
              <a:latin typeface="Times New Roman"/>
              <a:ea typeface="Times New Roman"/>
              <a:cs typeface="Times New Roman"/>
              <a:sym typeface="Times New Roman"/>
            </a:endParaRPr>
          </a:p>
          <a:p>
            <a:pPr indent="0" lvl="0" marL="0" rtl="0" algn="l">
              <a:spcBef>
                <a:spcPts val="60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3"/>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429" name="Google Shape;429;p53"/>
          <p:cNvSpPr txBox="1"/>
          <p:nvPr>
            <p:ph type="title"/>
          </p:nvPr>
        </p:nvSpPr>
        <p:spPr>
          <a:xfrm>
            <a:off x="209550" y="205978"/>
            <a:ext cx="78678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2.3 EC Existente – 1</a:t>
            </a:r>
            <a:endParaRPr sz="2600">
              <a:latin typeface="Cambria"/>
              <a:ea typeface="Cambria"/>
              <a:cs typeface="Cambria"/>
              <a:sym typeface="Cambria"/>
            </a:endParaRPr>
          </a:p>
        </p:txBody>
      </p:sp>
      <p:sp>
        <p:nvSpPr>
          <p:cNvPr id="430" name="Google Shape;430;p53"/>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1900"/>
              <a:buChar char="●"/>
            </a:pPr>
            <a:r>
              <a:rPr lang="es">
                <a:latin typeface="Calibri"/>
                <a:ea typeface="Calibri"/>
                <a:cs typeface="Calibri"/>
                <a:sym typeface="Calibri"/>
              </a:rPr>
              <a:t>Para modificar un producto </a:t>
            </a:r>
            <a:r>
              <a:rPr b="1" lang="es">
                <a:latin typeface="Calibri"/>
                <a:ea typeface="Calibri"/>
                <a:cs typeface="Calibri"/>
                <a:sym typeface="Calibri"/>
              </a:rPr>
              <a:t>ya existente en línea base</a:t>
            </a:r>
            <a:r>
              <a:rPr lang="es">
                <a:latin typeface="Calibri"/>
                <a:ea typeface="Calibri"/>
                <a:cs typeface="Calibri"/>
                <a:sym typeface="Calibri"/>
              </a:rPr>
              <a:t>, alguien (ingeniero) procede a pedir el cambio (Fecha de Petición)</a:t>
            </a:r>
            <a:endParaRPr/>
          </a:p>
        </p:txBody>
      </p:sp>
      <p:pic>
        <p:nvPicPr>
          <p:cNvPr id="431" name="Google Shape;431;p53"/>
          <p:cNvPicPr preferRelativeResize="0"/>
          <p:nvPr/>
        </p:nvPicPr>
        <p:blipFill rotWithShape="1">
          <a:blip r:embed="rId3">
            <a:alphaModFix/>
          </a:blip>
          <a:srcRect b="0" l="0" r="0" t="0"/>
          <a:stretch/>
        </p:blipFill>
        <p:spPr>
          <a:xfrm>
            <a:off x="1676400" y="2014213"/>
            <a:ext cx="4210052" cy="2581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4"/>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437" name="Google Shape;437;p54"/>
          <p:cNvSpPr txBox="1"/>
          <p:nvPr>
            <p:ph type="title"/>
          </p:nvPr>
        </p:nvSpPr>
        <p:spPr>
          <a:xfrm>
            <a:off x="209550" y="205978"/>
            <a:ext cx="78678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2.3 EC Existente – 2</a:t>
            </a:r>
            <a:endParaRPr sz="2600">
              <a:latin typeface="Cambria"/>
              <a:ea typeface="Cambria"/>
              <a:cs typeface="Cambria"/>
              <a:sym typeface="Cambria"/>
            </a:endParaRPr>
          </a:p>
        </p:txBody>
      </p:sp>
      <p:sp>
        <p:nvSpPr>
          <p:cNvPr id="438" name="Google Shape;438;p54"/>
          <p:cNvSpPr txBox="1"/>
          <p:nvPr>
            <p:ph idx="1" type="body"/>
          </p:nvPr>
        </p:nvSpPr>
        <p:spPr>
          <a:xfrm>
            <a:off x="63011" y="1200150"/>
            <a:ext cx="29271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1900"/>
              <a:buChar char="●"/>
            </a:pPr>
            <a:r>
              <a:rPr lang="es">
                <a:latin typeface="Calibri"/>
                <a:ea typeface="Calibri"/>
                <a:cs typeface="Calibri"/>
                <a:sym typeface="Calibri"/>
              </a:rPr>
              <a:t>El </a:t>
            </a:r>
            <a:r>
              <a:rPr b="1" lang="es">
                <a:latin typeface="Calibri"/>
                <a:ea typeface="Calibri"/>
                <a:cs typeface="Calibri"/>
                <a:sym typeface="Calibri"/>
              </a:rPr>
              <a:t>CCC (reunión inicial) </a:t>
            </a:r>
            <a:r>
              <a:rPr lang="es">
                <a:latin typeface="Calibri"/>
                <a:ea typeface="Calibri"/>
                <a:cs typeface="Calibri"/>
                <a:sym typeface="Calibri"/>
              </a:rPr>
              <a:t>revisa la entrega y la aprueba, solicita más información o la desaprueba</a:t>
            </a:r>
            <a:endParaRPr/>
          </a:p>
          <a:p>
            <a:pPr indent="-196850" lvl="1" marL="558800" rtl="0" algn="l">
              <a:spcBef>
                <a:spcPts val="300"/>
              </a:spcBef>
              <a:spcAft>
                <a:spcPts val="0"/>
              </a:spcAft>
              <a:buSzPts val="1700"/>
              <a:buChar char="○"/>
            </a:pPr>
            <a:r>
              <a:rPr lang="es">
                <a:latin typeface="Calibri"/>
                <a:ea typeface="Calibri"/>
                <a:cs typeface="Calibri"/>
                <a:sym typeface="Calibri"/>
              </a:rPr>
              <a:t>Si se aprueba, el producto se pasa al autor para que implemente el cambio</a:t>
            </a:r>
            <a:endParaRPr/>
          </a:p>
          <a:p>
            <a:pPr indent="-196850" lvl="1" marL="558800" rtl="0" algn="l">
              <a:spcBef>
                <a:spcPts val="300"/>
              </a:spcBef>
              <a:spcAft>
                <a:spcPts val="0"/>
              </a:spcAft>
              <a:buSzPts val="1700"/>
              <a:buChar char="○"/>
            </a:pPr>
            <a:r>
              <a:rPr lang="es">
                <a:latin typeface="Calibri"/>
                <a:ea typeface="Calibri"/>
                <a:cs typeface="Calibri"/>
                <a:sym typeface="Calibri"/>
              </a:rPr>
              <a:t>Si no es aprobada, se le comunica al ingeniero la información necesitada</a:t>
            </a:r>
            <a:endParaRPr/>
          </a:p>
        </p:txBody>
      </p:sp>
      <p:grpSp>
        <p:nvGrpSpPr>
          <p:cNvPr id="439" name="Google Shape;439;p54"/>
          <p:cNvGrpSpPr/>
          <p:nvPr/>
        </p:nvGrpSpPr>
        <p:grpSpPr>
          <a:xfrm>
            <a:off x="3197766" y="1535627"/>
            <a:ext cx="4210049" cy="2700617"/>
            <a:chOff x="3437841" y="1665288"/>
            <a:chExt cx="5613398" cy="3600822"/>
          </a:xfrm>
        </p:grpSpPr>
        <p:pic>
          <p:nvPicPr>
            <p:cNvPr id="440" name="Google Shape;440;p54"/>
            <p:cNvPicPr preferRelativeResize="0"/>
            <p:nvPr/>
          </p:nvPicPr>
          <p:blipFill rotWithShape="1">
            <a:blip r:embed="rId3">
              <a:alphaModFix/>
            </a:blip>
            <a:srcRect b="0" l="0" r="0" t="0"/>
            <a:stretch/>
          </p:blipFill>
          <p:spPr>
            <a:xfrm>
              <a:off x="3437841" y="2643188"/>
              <a:ext cx="5613398" cy="1638301"/>
            </a:xfrm>
            <a:prstGeom prst="rect">
              <a:avLst/>
            </a:prstGeom>
            <a:noFill/>
            <a:ln>
              <a:noFill/>
            </a:ln>
          </p:spPr>
        </p:pic>
        <p:grpSp>
          <p:nvGrpSpPr>
            <p:cNvPr id="441" name="Google Shape;441;p54"/>
            <p:cNvGrpSpPr/>
            <p:nvPr/>
          </p:nvGrpSpPr>
          <p:grpSpPr>
            <a:xfrm>
              <a:off x="3437841" y="1665288"/>
              <a:ext cx="5613398" cy="3600822"/>
              <a:chOff x="3437841" y="1665288"/>
              <a:chExt cx="5613398" cy="3600822"/>
            </a:xfrm>
          </p:grpSpPr>
          <p:pic>
            <p:nvPicPr>
              <p:cNvPr id="442" name="Google Shape;442;p54"/>
              <p:cNvPicPr preferRelativeResize="0"/>
              <p:nvPr/>
            </p:nvPicPr>
            <p:blipFill rotWithShape="1">
              <a:blip r:embed="rId4">
                <a:alphaModFix/>
              </a:blip>
              <a:srcRect b="0" l="0" r="0" t="0"/>
              <a:stretch/>
            </p:blipFill>
            <p:spPr>
              <a:xfrm>
                <a:off x="3437841" y="1665288"/>
                <a:ext cx="5613398" cy="1549400"/>
              </a:xfrm>
              <a:prstGeom prst="rect">
                <a:avLst/>
              </a:prstGeom>
              <a:noFill/>
              <a:ln>
                <a:noFill/>
              </a:ln>
            </p:spPr>
          </p:pic>
          <p:pic>
            <p:nvPicPr>
              <p:cNvPr id="443" name="Google Shape;443;p54"/>
              <p:cNvPicPr preferRelativeResize="0"/>
              <p:nvPr/>
            </p:nvPicPr>
            <p:blipFill rotWithShape="1">
              <a:blip r:embed="rId5">
                <a:alphaModFix/>
              </a:blip>
              <a:srcRect b="0" l="0" r="0" t="0"/>
              <a:stretch/>
            </p:blipFill>
            <p:spPr>
              <a:xfrm>
                <a:off x="3437841" y="3678610"/>
                <a:ext cx="5613398" cy="1587500"/>
              </a:xfrm>
              <a:prstGeom prst="rect">
                <a:avLst/>
              </a:prstGeom>
              <a:noFill/>
              <a:ln>
                <a:noFill/>
              </a:ln>
            </p:spPr>
          </p:pic>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5"/>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449" name="Google Shape;449;p55"/>
          <p:cNvSpPr txBox="1"/>
          <p:nvPr>
            <p:ph type="title"/>
          </p:nvPr>
        </p:nvSpPr>
        <p:spPr>
          <a:xfrm>
            <a:off x="209550" y="205978"/>
            <a:ext cx="78678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2.3 EC Existente – 3</a:t>
            </a:r>
            <a:endParaRPr sz="2600">
              <a:latin typeface="Cambria"/>
              <a:ea typeface="Cambria"/>
              <a:cs typeface="Cambria"/>
              <a:sym typeface="Cambria"/>
            </a:endParaRPr>
          </a:p>
        </p:txBody>
      </p:sp>
      <p:sp>
        <p:nvSpPr>
          <p:cNvPr id="450" name="Google Shape;450;p55"/>
          <p:cNvSpPr txBox="1"/>
          <p:nvPr>
            <p:ph idx="1" type="body"/>
          </p:nvPr>
        </p:nvSpPr>
        <p:spPr>
          <a:xfrm>
            <a:off x="63011" y="1200150"/>
            <a:ext cx="31956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1900"/>
              <a:buChar char="●"/>
            </a:pPr>
            <a:r>
              <a:rPr lang="es">
                <a:latin typeface="Calibri"/>
                <a:ea typeface="Calibri"/>
                <a:cs typeface="Calibri"/>
                <a:sym typeface="Calibri"/>
              </a:rPr>
              <a:t>El </a:t>
            </a:r>
            <a:r>
              <a:rPr b="1" lang="es">
                <a:latin typeface="Calibri"/>
                <a:ea typeface="Calibri"/>
                <a:cs typeface="Calibri"/>
                <a:sym typeface="Calibri"/>
              </a:rPr>
              <a:t>propietario</a:t>
            </a:r>
            <a:r>
              <a:rPr lang="es">
                <a:latin typeface="Calibri"/>
                <a:ea typeface="Calibri"/>
                <a:cs typeface="Calibri"/>
                <a:sym typeface="Calibri"/>
              </a:rPr>
              <a:t> implementa el cambio y le da el VºBº (aprueba)</a:t>
            </a:r>
            <a:endParaRPr/>
          </a:p>
          <a:p>
            <a:pPr indent="-196850" lvl="0" marL="292100" rtl="0" algn="l">
              <a:spcBef>
                <a:spcPts val="400"/>
              </a:spcBef>
              <a:spcAft>
                <a:spcPts val="0"/>
              </a:spcAft>
              <a:buSzPts val="1900"/>
              <a:buChar char="●"/>
            </a:pPr>
            <a:r>
              <a:rPr lang="es">
                <a:latin typeface="Calibri"/>
                <a:ea typeface="Calibri"/>
                <a:cs typeface="Calibri"/>
                <a:sym typeface="Calibri"/>
              </a:rPr>
              <a:t>Responsable de </a:t>
            </a:r>
            <a:r>
              <a:rPr b="1" lang="es">
                <a:latin typeface="Calibri"/>
                <a:ea typeface="Calibri"/>
                <a:cs typeface="Calibri"/>
                <a:sym typeface="Calibri"/>
              </a:rPr>
              <a:t>calidad</a:t>
            </a:r>
            <a:r>
              <a:rPr lang="es">
                <a:latin typeface="Calibri"/>
                <a:ea typeface="Calibri"/>
                <a:cs typeface="Calibri"/>
                <a:sym typeface="Calibri"/>
              </a:rPr>
              <a:t>/proceso confirma la calidad del producto (aprueba)</a:t>
            </a:r>
            <a:endParaRPr/>
          </a:p>
          <a:p>
            <a:pPr indent="-196850" lvl="0" marL="292100" rtl="0" algn="l">
              <a:spcBef>
                <a:spcPts val="400"/>
              </a:spcBef>
              <a:spcAft>
                <a:spcPts val="0"/>
              </a:spcAft>
              <a:buSzPts val="1900"/>
              <a:buChar char="●"/>
            </a:pPr>
            <a:r>
              <a:rPr lang="es">
                <a:latin typeface="Calibri"/>
                <a:ea typeface="Calibri"/>
                <a:cs typeface="Calibri"/>
                <a:sym typeface="Calibri"/>
              </a:rPr>
              <a:t>El </a:t>
            </a:r>
            <a:r>
              <a:rPr b="1" lang="es">
                <a:latin typeface="Calibri"/>
                <a:ea typeface="Calibri"/>
                <a:cs typeface="Calibri"/>
                <a:sym typeface="Calibri"/>
              </a:rPr>
              <a:t>CCC (reunión final) </a:t>
            </a:r>
            <a:r>
              <a:rPr lang="es">
                <a:latin typeface="Calibri"/>
                <a:ea typeface="Calibri"/>
                <a:cs typeface="Calibri"/>
                <a:sym typeface="Calibri"/>
              </a:rPr>
              <a:t>procede a realizar el cambio en la línea base y cierra la PC</a:t>
            </a:r>
            <a:endParaRPr/>
          </a:p>
        </p:txBody>
      </p:sp>
      <p:pic>
        <p:nvPicPr>
          <p:cNvPr id="451" name="Google Shape;451;p55"/>
          <p:cNvPicPr preferRelativeResize="0"/>
          <p:nvPr/>
        </p:nvPicPr>
        <p:blipFill rotWithShape="1">
          <a:blip r:embed="rId3">
            <a:alphaModFix/>
          </a:blip>
          <a:srcRect b="0" l="0" r="0" t="0"/>
          <a:stretch/>
        </p:blipFill>
        <p:spPr>
          <a:xfrm>
            <a:off x="3182630" y="1194196"/>
            <a:ext cx="4210052" cy="31908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grpSp>
        <p:nvGrpSpPr>
          <p:cNvPr id="456" name="Google Shape;456;p56"/>
          <p:cNvGrpSpPr/>
          <p:nvPr/>
        </p:nvGrpSpPr>
        <p:grpSpPr>
          <a:xfrm>
            <a:off x="345265" y="1109662"/>
            <a:ext cx="1045988" cy="3643682"/>
            <a:chOff x="1231508" y="1479550"/>
            <a:chExt cx="1011300" cy="4858243"/>
          </a:xfrm>
        </p:grpSpPr>
        <p:sp>
          <p:nvSpPr>
            <p:cNvPr id="457" name="Google Shape;457;p56"/>
            <p:cNvSpPr/>
            <p:nvPr/>
          </p:nvSpPr>
          <p:spPr>
            <a:xfrm>
              <a:off x="1231508" y="1479550"/>
              <a:ext cx="1011300" cy="9018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Peticionario</a:t>
              </a:r>
              <a:endParaRPr sz="1200"/>
            </a:p>
          </p:txBody>
        </p:sp>
        <p:cxnSp>
          <p:nvCxnSpPr>
            <p:cNvPr id="458" name="Google Shape;458;p56"/>
            <p:cNvCxnSpPr/>
            <p:nvPr/>
          </p:nvCxnSpPr>
          <p:spPr>
            <a:xfrm>
              <a:off x="1658744"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459" name="Google Shape;459;p56"/>
          <p:cNvGrpSpPr/>
          <p:nvPr/>
        </p:nvGrpSpPr>
        <p:grpSpPr>
          <a:xfrm>
            <a:off x="1654820" y="1109662"/>
            <a:ext cx="1045988" cy="3643682"/>
            <a:chOff x="2975768" y="1479550"/>
            <a:chExt cx="1011300" cy="4858243"/>
          </a:xfrm>
        </p:grpSpPr>
        <p:sp>
          <p:nvSpPr>
            <p:cNvPr id="460" name="Google Shape;460;p56"/>
            <p:cNvSpPr/>
            <p:nvPr/>
          </p:nvSpPr>
          <p:spPr>
            <a:xfrm>
              <a:off x="2975768" y="1479550"/>
              <a:ext cx="1011300" cy="9018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CCC</a:t>
              </a:r>
              <a:endParaRPr sz="1200"/>
            </a:p>
          </p:txBody>
        </p:sp>
        <p:cxnSp>
          <p:nvCxnSpPr>
            <p:cNvPr id="461" name="Google Shape;461;p56"/>
            <p:cNvCxnSpPr/>
            <p:nvPr/>
          </p:nvCxnSpPr>
          <p:spPr>
            <a:xfrm>
              <a:off x="3474121"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462" name="Google Shape;462;p56"/>
          <p:cNvGrpSpPr/>
          <p:nvPr/>
        </p:nvGrpSpPr>
        <p:grpSpPr>
          <a:xfrm>
            <a:off x="5326086" y="1109662"/>
            <a:ext cx="1045988" cy="3643682"/>
            <a:chOff x="5312205" y="1479550"/>
            <a:chExt cx="1011300" cy="4858243"/>
          </a:xfrm>
        </p:grpSpPr>
        <p:sp>
          <p:nvSpPr>
            <p:cNvPr id="463" name="Google Shape;463;p56"/>
            <p:cNvSpPr/>
            <p:nvPr/>
          </p:nvSpPr>
          <p:spPr>
            <a:xfrm>
              <a:off x="5312205" y="1479550"/>
              <a:ext cx="1011300" cy="9033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Propietario</a:t>
              </a:r>
              <a:endParaRPr sz="1200"/>
            </a:p>
          </p:txBody>
        </p:sp>
        <p:cxnSp>
          <p:nvCxnSpPr>
            <p:cNvPr id="464" name="Google Shape;464;p56"/>
            <p:cNvCxnSpPr/>
            <p:nvPr/>
          </p:nvCxnSpPr>
          <p:spPr>
            <a:xfrm>
              <a:off x="5827180" y="2377793"/>
              <a:ext cx="0" cy="3960000"/>
            </a:xfrm>
            <a:prstGeom prst="straightConnector1">
              <a:avLst/>
            </a:prstGeom>
            <a:noFill/>
            <a:ln cap="flat" cmpd="sng" w="34925">
              <a:solidFill>
                <a:srgbClr val="A6A177"/>
              </a:solidFill>
              <a:prstDash val="solid"/>
              <a:round/>
              <a:headEnd len="sm" w="sm" type="none"/>
              <a:tailEnd len="sm" w="sm" type="none"/>
            </a:ln>
          </p:spPr>
        </p:cxnSp>
      </p:grpSp>
      <p:grpSp>
        <p:nvGrpSpPr>
          <p:cNvPr id="465" name="Google Shape;465;p56"/>
          <p:cNvGrpSpPr/>
          <p:nvPr/>
        </p:nvGrpSpPr>
        <p:grpSpPr>
          <a:xfrm>
            <a:off x="6657776" y="1109662"/>
            <a:ext cx="1045988" cy="3643682"/>
            <a:chOff x="7334679" y="1479550"/>
            <a:chExt cx="1011300" cy="4858243"/>
          </a:xfrm>
        </p:grpSpPr>
        <p:sp>
          <p:nvSpPr>
            <p:cNvPr id="466" name="Google Shape;466;p56"/>
            <p:cNvSpPr/>
            <p:nvPr/>
          </p:nvSpPr>
          <p:spPr>
            <a:xfrm>
              <a:off x="7334679" y="1479550"/>
              <a:ext cx="1011300" cy="9033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Línea Base</a:t>
              </a:r>
              <a:endParaRPr sz="1200"/>
            </a:p>
          </p:txBody>
        </p:sp>
        <p:cxnSp>
          <p:nvCxnSpPr>
            <p:cNvPr id="467" name="Google Shape;467;p56"/>
            <p:cNvCxnSpPr/>
            <p:nvPr/>
          </p:nvCxnSpPr>
          <p:spPr>
            <a:xfrm>
              <a:off x="7845104" y="2377793"/>
              <a:ext cx="0" cy="3960000"/>
            </a:xfrm>
            <a:prstGeom prst="straightConnector1">
              <a:avLst/>
            </a:prstGeom>
            <a:noFill/>
            <a:ln cap="flat" cmpd="sng" w="34925">
              <a:solidFill>
                <a:srgbClr val="A6A177"/>
              </a:solidFill>
              <a:prstDash val="solid"/>
              <a:round/>
              <a:headEnd len="sm" w="sm" type="none"/>
              <a:tailEnd len="sm" w="sm" type="none"/>
            </a:ln>
          </p:spPr>
        </p:cxnSp>
      </p:grpSp>
      <p:sp>
        <p:nvSpPr>
          <p:cNvPr id="468" name="Google Shape;468;p56"/>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469" name="Google Shape;469;p56"/>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2.3 EC existente – 4</a:t>
            </a:r>
            <a:endParaRPr sz="2600">
              <a:latin typeface="Cambria"/>
              <a:ea typeface="Cambria"/>
              <a:cs typeface="Cambria"/>
              <a:sym typeface="Cambria"/>
            </a:endParaRPr>
          </a:p>
        </p:txBody>
      </p:sp>
      <p:cxnSp>
        <p:nvCxnSpPr>
          <p:cNvPr id="470" name="Google Shape;470;p56"/>
          <p:cNvCxnSpPr/>
          <p:nvPr/>
        </p:nvCxnSpPr>
        <p:spPr>
          <a:xfrm>
            <a:off x="787200" y="2286000"/>
            <a:ext cx="1383300" cy="0"/>
          </a:xfrm>
          <a:prstGeom prst="straightConnector1">
            <a:avLst/>
          </a:prstGeom>
          <a:noFill/>
          <a:ln cap="flat" cmpd="sng" w="25400">
            <a:solidFill>
              <a:srgbClr val="00FF00"/>
            </a:solidFill>
            <a:prstDash val="solid"/>
            <a:round/>
            <a:headEnd len="sm" w="sm" type="none"/>
            <a:tailEnd len="med" w="med" type="stealth"/>
          </a:ln>
        </p:spPr>
      </p:cxnSp>
      <p:cxnSp>
        <p:nvCxnSpPr>
          <p:cNvPr id="471" name="Google Shape;471;p56"/>
          <p:cNvCxnSpPr/>
          <p:nvPr/>
        </p:nvCxnSpPr>
        <p:spPr>
          <a:xfrm>
            <a:off x="2151176" y="2916641"/>
            <a:ext cx="3707700" cy="0"/>
          </a:xfrm>
          <a:prstGeom prst="straightConnector1">
            <a:avLst/>
          </a:prstGeom>
          <a:noFill/>
          <a:ln cap="flat" cmpd="sng" w="25400">
            <a:solidFill>
              <a:srgbClr val="00FF00"/>
            </a:solidFill>
            <a:prstDash val="solid"/>
            <a:round/>
            <a:headEnd len="sm" w="sm" type="none"/>
            <a:tailEnd len="med" w="med" type="stealth"/>
          </a:ln>
        </p:spPr>
      </p:cxnSp>
      <p:cxnSp>
        <p:nvCxnSpPr>
          <p:cNvPr id="472" name="Google Shape;472;p56"/>
          <p:cNvCxnSpPr/>
          <p:nvPr/>
        </p:nvCxnSpPr>
        <p:spPr>
          <a:xfrm rot="10800000">
            <a:off x="4469881" y="3423431"/>
            <a:ext cx="1389000" cy="0"/>
          </a:xfrm>
          <a:prstGeom prst="straightConnector1">
            <a:avLst/>
          </a:prstGeom>
          <a:noFill/>
          <a:ln cap="flat" cmpd="sng" w="25400">
            <a:solidFill>
              <a:srgbClr val="00FF00"/>
            </a:solidFill>
            <a:prstDash val="solid"/>
            <a:round/>
            <a:headEnd len="sm" w="sm" type="none"/>
            <a:tailEnd len="med" w="med" type="stealth"/>
          </a:ln>
        </p:spPr>
      </p:cxnSp>
      <p:cxnSp>
        <p:nvCxnSpPr>
          <p:cNvPr id="473" name="Google Shape;473;p56"/>
          <p:cNvCxnSpPr/>
          <p:nvPr/>
        </p:nvCxnSpPr>
        <p:spPr>
          <a:xfrm>
            <a:off x="2190230" y="4644635"/>
            <a:ext cx="4962000" cy="20100"/>
          </a:xfrm>
          <a:prstGeom prst="straightConnector1">
            <a:avLst/>
          </a:prstGeom>
          <a:noFill/>
          <a:ln cap="flat" cmpd="sng" w="25400">
            <a:solidFill>
              <a:srgbClr val="00FF00"/>
            </a:solidFill>
            <a:prstDash val="solid"/>
            <a:round/>
            <a:headEnd len="sm" w="sm" type="none"/>
            <a:tailEnd len="med" w="med" type="stealth"/>
          </a:ln>
        </p:spPr>
      </p:cxnSp>
      <p:sp>
        <p:nvSpPr>
          <p:cNvPr id="474" name="Google Shape;474;p56"/>
          <p:cNvSpPr/>
          <p:nvPr/>
        </p:nvSpPr>
        <p:spPr>
          <a:xfrm>
            <a:off x="2284075" y="3979250"/>
            <a:ext cx="1557300" cy="5997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CCC_final, </a:t>
            </a:r>
            <a:r>
              <a:rPr b="1" lang="es" sz="1000">
                <a:solidFill>
                  <a:srgbClr val="3366FF"/>
                </a:solidFill>
                <a:latin typeface="Comic Sans MS"/>
                <a:ea typeface="Comic Sans MS"/>
                <a:cs typeface="Comic Sans MS"/>
                <a:sym typeface="Comic Sans MS"/>
              </a:rPr>
              <a:t>aprobada/rechazada</a:t>
            </a:r>
            <a:endParaRPr sz="1200"/>
          </a:p>
        </p:txBody>
      </p:sp>
      <p:sp>
        <p:nvSpPr>
          <p:cNvPr id="475" name="Google Shape;475;p56"/>
          <p:cNvSpPr/>
          <p:nvPr/>
        </p:nvSpPr>
        <p:spPr>
          <a:xfrm>
            <a:off x="7270446" y="4549683"/>
            <a:ext cx="1043400" cy="2976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rgbClr val="3366FF"/>
                </a:solidFill>
                <a:latin typeface="Comic Sans MS"/>
                <a:ea typeface="Comic Sans MS"/>
                <a:cs typeface="Comic Sans MS"/>
                <a:sym typeface="Comic Sans MS"/>
              </a:rPr>
              <a:t>cerrada</a:t>
            </a:r>
            <a:endParaRPr sz="1200"/>
          </a:p>
        </p:txBody>
      </p:sp>
      <p:sp>
        <p:nvSpPr>
          <p:cNvPr id="476" name="Google Shape;476;p56"/>
          <p:cNvSpPr/>
          <p:nvPr/>
        </p:nvSpPr>
        <p:spPr>
          <a:xfrm>
            <a:off x="4506940" y="3544088"/>
            <a:ext cx="823554" cy="325890"/>
          </a:xfrm>
          <a:prstGeom prst="flowChartDocumen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INS (Q)</a:t>
            </a:r>
            <a:endParaRPr sz="1200"/>
          </a:p>
        </p:txBody>
      </p:sp>
      <p:sp>
        <p:nvSpPr>
          <p:cNvPr id="477" name="Google Shape;477;p56"/>
          <p:cNvSpPr/>
          <p:nvPr/>
        </p:nvSpPr>
        <p:spPr>
          <a:xfrm>
            <a:off x="4572000" y="3782102"/>
            <a:ext cx="928638" cy="325890"/>
          </a:xfrm>
          <a:prstGeom prst="flowChartDocumen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LOGD (Autor)</a:t>
            </a:r>
            <a:endParaRPr sz="1200"/>
          </a:p>
        </p:txBody>
      </p:sp>
      <p:sp>
        <p:nvSpPr>
          <p:cNvPr id="478" name="Google Shape;478;p56"/>
          <p:cNvSpPr/>
          <p:nvPr/>
        </p:nvSpPr>
        <p:spPr>
          <a:xfrm>
            <a:off x="3247238" y="3545462"/>
            <a:ext cx="1125000" cy="3315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Calidad/Proceso</a:t>
            </a:r>
            <a:endParaRPr sz="1200"/>
          </a:p>
        </p:txBody>
      </p:sp>
      <p:sp>
        <p:nvSpPr>
          <p:cNvPr id="479" name="Google Shape;479;p56"/>
          <p:cNvSpPr/>
          <p:nvPr/>
        </p:nvSpPr>
        <p:spPr>
          <a:xfrm>
            <a:off x="844812" y="1850340"/>
            <a:ext cx="846000" cy="3618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rgbClr val="3366FF"/>
                </a:solidFill>
                <a:latin typeface="Comic Sans MS"/>
                <a:ea typeface="Comic Sans MS"/>
                <a:cs typeface="Comic Sans MS"/>
                <a:sym typeface="Comic Sans MS"/>
              </a:rPr>
              <a:t>F_petición</a:t>
            </a:r>
            <a:endParaRPr b="1" sz="1000">
              <a:solidFill>
                <a:srgbClr val="3366FF"/>
              </a:solidFill>
              <a:latin typeface="Comic Sans MS"/>
              <a:ea typeface="Comic Sans MS"/>
              <a:cs typeface="Comic Sans MS"/>
              <a:sym typeface="Comic Sans MS"/>
            </a:endParaRPr>
          </a:p>
        </p:txBody>
      </p:sp>
      <p:sp>
        <p:nvSpPr>
          <p:cNvPr id="480" name="Google Shape;480;p56"/>
          <p:cNvSpPr/>
          <p:nvPr/>
        </p:nvSpPr>
        <p:spPr>
          <a:xfrm>
            <a:off x="2212422" y="1841168"/>
            <a:ext cx="926700" cy="3555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chemeClr val="dk1"/>
                </a:solidFill>
                <a:latin typeface="Comic Sans MS"/>
                <a:ea typeface="Comic Sans MS"/>
                <a:cs typeface="Comic Sans MS"/>
                <a:sym typeface="Comic Sans MS"/>
              </a:rPr>
              <a:t>PC </a:t>
            </a:r>
            <a:r>
              <a:rPr b="1" lang="es" sz="1000">
                <a:solidFill>
                  <a:srgbClr val="3366FF"/>
                </a:solidFill>
                <a:latin typeface="Comic Sans MS"/>
                <a:ea typeface="Comic Sans MS"/>
                <a:cs typeface="Comic Sans MS"/>
                <a:sym typeface="Comic Sans MS"/>
              </a:rPr>
              <a:t>abierta</a:t>
            </a:r>
            <a:r>
              <a:rPr b="1" lang="es" sz="1000">
                <a:solidFill>
                  <a:schemeClr val="dk1"/>
                </a:solidFill>
                <a:latin typeface="Comic Sans MS"/>
                <a:ea typeface="Comic Sans MS"/>
                <a:cs typeface="Comic Sans MS"/>
                <a:sym typeface="Comic Sans MS"/>
              </a:rPr>
              <a:t>, Nº PC</a:t>
            </a:r>
            <a:endParaRPr sz="1200"/>
          </a:p>
        </p:txBody>
      </p:sp>
      <p:grpSp>
        <p:nvGrpSpPr>
          <p:cNvPr id="481" name="Google Shape;481;p56"/>
          <p:cNvGrpSpPr/>
          <p:nvPr/>
        </p:nvGrpSpPr>
        <p:grpSpPr>
          <a:xfrm>
            <a:off x="3926139" y="1109662"/>
            <a:ext cx="1045988" cy="3643682"/>
            <a:chOff x="5312205" y="1479550"/>
            <a:chExt cx="1011300" cy="4858243"/>
          </a:xfrm>
        </p:grpSpPr>
        <p:sp>
          <p:nvSpPr>
            <p:cNvPr id="482" name="Google Shape;482;p56"/>
            <p:cNvSpPr/>
            <p:nvPr/>
          </p:nvSpPr>
          <p:spPr>
            <a:xfrm>
              <a:off x="5312205" y="1479550"/>
              <a:ext cx="1011300" cy="903300"/>
            </a:xfrm>
            <a:prstGeom prst="roundRect">
              <a:avLst>
                <a:gd fmla="val 16667" name="adj"/>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2100">
                  <a:solidFill>
                    <a:srgbClr val="2F2B20"/>
                  </a:solidFill>
                  <a:latin typeface="Comic Sans MS"/>
                  <a:ea typeface="Comic Sans MS"/>
                  <a:cs typeface="Comic Sans MS"/>
                  <a:sym typeface="Comic Sans MS"/>
                </a:rPr>
                <a:t>Q</a:t>
              </a:r>
              <a:endParaRPr sz="1200"/>
            </a:p>
          </p:txBody>
        </p:sp>
        <p:cxnSp>
          <p:nvCxnSpPr>
            <p:cNvPr id="483" name="Google Shape;483;p56"/>
            <p:cNvCxnSpPr/>
            <p:nvPr/>
          </p:nvCxnSpPr>
          <p:spPr>
            <a:xfrm>
              <a:off x="5827180" y="2377793"/>
              <a:ext cx="0" cy="3960000"/>
            </a:xfrm>
            <a:prstGeom prst="straightConnector1">
              <a:avLst/>
            </a:prstGeom>
            <a:noFill/>
            <a:ln cap="flat" cmpd="sng" w="34925">
              <a:solidFill>
                <a:srgbClr val="A6A177"/>
              </a:solidFill>
              <a:prstDash val="solid"/>
              <a:round/>
              <a:headEnd len="sm" w="sm" type="none"/>
              <a:tailEnd len="sm" w="sm" type="none"/>
            </a:ln>
          </p:spPr>
        </p:cxnSp>
      </p:grpSp>
      <p:sp>
        <p:nvSpPr>
          <p:cNvPr id="484" name="Google Shape;484;p56"/>
          <p:cNvSpPr/>
          <p:nvPr/>
        </p:nvSpPr>
        <p:spPr>
          <a:xfrm>
            <a:off x="2212422" y="2342058"/>
            <a:ext cx="1588500" cy="519900"/>
          </a:xfrm>
          <a:prstGeom prst="rect">
            <a:avLst/>
          </a:prstGeom>
          <a:solidFill>
            <a:schemeClr val="accent3"/>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PC </a:t>
            </a:r>
            <a:endParaRPr sz="1200"/>
          </a:p>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CCC_inicial, </a:t>
            </a:r>
            <a:r>
              <a:rPr b="1" lang="es" sz="1000">
                <a:solidFill>
                  <a:srgbClr val="3366FF"/>
                </a:solidFill>
                <a:latin typeface="Comic Sans MS"/>
                <a:ea typeface="Comic Sans MS"/>
                <a:cs typeface="Comic Sans MS"/>
                <a:sym typeface="Comic Sans MS"/>
              </a:rPr>
              <a:t>Aprobada/Desaprobada, implementación</a:t>
            </a:r>
            <a:endParaRPr sz="1200"/>
          </a:p>
        </p:txBody>
      </p:sp>
      <p:sp>
        <p:nvSpPr>
          <p:cNvPr id="485" name="Google Shape;485;p56"/>
          <p:cNvSpPr/>
          <p:nvPr/>
        </p:nvSpPr>
        <p:spPr>
          <a:xfrm>
            <a:off x="6512435" y="3120706"/>
            <a:ext cx="576000" cy="207600"/>
          </a:xfrm>
          <a:prstGeom prst="rec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ERSv1</a:t>
            </a:r>
            <a:endParaRPr sz="1200"/>
          </a:p>
        </p:txBody>
      </p:sp>
      <p:cxnSp>
        <p:nvCxnSpPr>
          <p:cNvPr id="486" name="Google Shape;486;p56"/>
          <p:cNvCxnSpPr/>
          <p:nvPr/>
        </p:nvCxnSpPr>
        <p:spPr>
          <a:xfrm>
            <a:off x="5858881" y="2998207"/>
            <a:ext cx="1293300" cy="0"/>
          </a:xfrm>
          <a:prstGeom prst="straightConnector1">
            <a:avLst/>
          </a:prstGeom>
          <a:noFill/>
          <a:ln cap="flat" cmpd="sng" w="25400">
            <a:solidFill>
              <a:srgbClr val="00FF00"/>
            </a:solidFill>
            <a:prstDash val="solid"/>
            <a:round/>
            <a:headEnd len="sm" w="sm" type="none"/>
            <a:tailEnd len="med" w="med" type="stealth"/>
          </a:ln>
        </p:spPr>
      </p:cxnSp>
      <p:cxnSp>
        <p:nvCxnSpPr>
          <p:cNvPr id="487" name="Google Shape;487;p56"/>
          <p:cNvCxnSpPr/>
          <p:nvPr/>
        </p:nvCxnSpPr>
        <p:spPr>
          <a:xfrm rot="10800000">
            <a:off x="5858807" y="3089201"/>
            <a:ext cx="1256100" cy="0"/>
          </a:xfrm>
          <a:prstGeom prst="straightConnector1">
            <a:avLst/>
          </a:prstGeom>
          <a:noFill/>
          <a:ln cap="flat" cmpd="sng" w="25400">
            <a:solidFill>
              <a:srgbClr val="00FF00"/>
            </a:solidFill>
            <a:prstDash val="solid"/>
            <a:round/>
            <a:headEnd len="sm" w="sm" type="none"/>
            <a:tailEnd len="med" w="med" type="stealth"/>
          </a:ln>
        </p:spPr>
      </p:cxnSp>
      <p:cxnSp>
        <p:nvCxnSpPr>
          <p:cNvPr id="488" name="Google Shape;488;p56"/>
          <p:cNvCxnSpPr/>
          <p:nvPr/>
        </p:nvCxnSpPr>
        <p:spPr>
          <a:xfrm rot="10800000">
            <a:off x="2212457" y="3924299"/>
            <a:ext cx="2236800" cy="0"/>
          </a:xfrm>
          <a:prstGeom prst="straightConnector1">
            <a:avLst/>
          </a:prstGeom>
          <a:noFill/>
          <a:ln cap="flat" cmpd="sng" w="25400">
            <a:solidFill>
              <a:srgbClr val="00FF00"/>
            </a:solidFill>
            <a:prstDash val="solid"/>
            <a:round/>
            <a:headEnd len="sm" w="sm" type="none"/>
            <a:tailEnd len="med" w="med" type="stealth"/>
          </a:ln>
        </p:spPr>
      </p:cxnSp>
      <p:sp>
        <p:nvSpPr>
          <p:cNvPr id="489" name="Google Shape;489;p56"/>
          <p:cNvSpPr/>
          <p:nvPr/>
        </p:nvSpPr>
        <p:spPr>
          <a:xfrm>
            <a:off x="5187801" y="3175310"/>
            <a:ext cx="577500" cy="201300"/>
          </a:xfrm>
          <a:prstGeom prst="rect">
            <a:avLst/>
          </a:prstGeom>
          <a:solidFill>
            <a:schemeClr val="accent1"/>
          </a:solidFill>
          <a:ln cap="flat" cmpd="sng" w="12700">
            <a:solidFill>
              <a:srgbClr val="A6A177"/>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ERSv2</a:t>
            </a:r>
            <a:endParaRPr sz="1200"/>
          </a:p>
        </p:txBody>
      </p:sp>
      <p:sp>
        <p:nvSpPr>
          <p:cNvPr id="490" name="Google Shape;490;p56"/>
          <p:cNvSpPr/>
          <p:nvPr/>
        </p:nvSpPr>
        <p:spPr>
          <a:xfrm>
            <a:off x="7283509" y="4057070"/>
            <a:ext cx="577500" cy="385800"/>
          </a:xfrm>
          <a:prstGeom prst="rect">
            <a:avLst/>
          </a:prstGeom>
          <a:solidFill>
            <a:schemeClr val="accent1"/>
          </a:solidFill>
          <a:ln cap="flat" cmpd="sng" w="12700">
            <a:solidFill>
              <a:srgbClr val="2F2B20"/>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ERSv2</a:t>
            </a:r>
            <a:endParaRPr sz="1200"/>
          </a:p>
        </p:txBody>
      </p:sp>
      <p:sp>
        <p:nvSpPr>
          <p:cNvPr id="491" name="Google Shape;491;p56"/>
          <p:cNvSpPr/>
          <p:nvPr/>
        </p:nvSpPr>
        <p:spPr>
          <a:xfrm>
            <a:off x="7256934" y="1977988"/>
            <a:ext cx="577500" cy="387000"/>
          </a:xfrm>
          <a:prstGeom prst="rect">
            <a:avLst/>
          </a:prstGeom>
          <a:solidFill>
            <a:schemeClr val="accent1"/>
          </a:solidFill>
          <a:ln cap="flat" cmpd="sng" w="12700">
            <a:solidFill>
              <a:schemeClr val="dk1"/>
            </a:solidFill>
            <a:prstDash val="solid"/>
            <a:round/>
            <a:headEnd len="sm" w="sm" type="none"/>
            <a:tailEnd len="sm" w="sm" type="none"/>
          </a:ln>
          <a:effectLst>
            <a:outerShdw blurRad="50800" rotWithShape="0" algn="bl" dist="25400">
              <a:srgbClr val="000000">
                <a:alpha val="60000"/>
              </a:srgbClr>
            </a:outerShdw>
          </a:effectLst>
        </p:spPr>
        <p:txBody>
          <a:bodyPr anchorCtr="0" anchor="ctr" bIns="39550" lIns="79125" spcFirstLastPara="1" rIns="79125" wrap="square" tIns="39550">
            <a:noAutofit/>
          </a:bodyPr>
          <a:lstStyle/>
          <a:p>
            <a:pPr indent="0" lvl="0" marL="0" marR="0" rtl="0" algn="ctr">
              <a:spcBef>
                <a:spcPts val="0"/>
              </a:spcBef>
              <a:spcAft>
                <a:spcPts val="0"/>
              </a:spcAft>
              <a:buNone/>
            </a:pPr>
            <a:r>
              <a:rPr b="1" lang="es" sz="1000">
                <a:solidFill>
                  <a:srgbClr val="2F2B20"/>
                </a:solidFill>
                <a:latin typeface="Comic Sans MS"/>
                <a:ea typeface="Comic Sans MS"/>
                <a:cs typeface="Comic Sans MS"/>
                <a:sym typeface="Comic Sans MS"/>
              </a:rPr>
              <a:t>ERSv1</a:t>
            </a:r>
            <a:endParaRPr sz="1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7"/>
          <p:cNvSpPr txBox="1"/>
          <p:nvPr>
            <p:ph type="title"/>
          </p:nvPr>
        </p:nvSpPr>
        <p:spPr>
          <a:xfrm>
            <a:off x="457200" y="205978"/>
            <a:ext cx="76200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Plan de GCS: Procedimientos de Control – 2.3 EC Existente – 5</a:t>
            </a:r>
            <a:endParaRPr sz="2600">
              <a:latin typeface="Cambria"/>
              <a:ea typeface="Cambria"/>
              <a:cs typeface="Cambria"/>
              <a:sym typeface="Cambria"/>
            </a:endParaRPr>
          </a:p>
        </p:txBody>
      </p:sp>
      <p:sp>
        <p:nvSpPr>
          <p:cNvPr id="497" name="Google Shape;497;p57"/>
          <p:cNvSpPr txBox="1"/>
          <p:nvPr>
            <p:ph idx="1" type="body"/>
          </p:nvPr>
        </p:nvSpPr>
        <p:spPr>
          <a:xfrm>
            <a:off x="457200" y="1152144"/>
            <a:ext cx="3657600" cy="3442800"/>
          </a:xfrm>
          <a:prstGeom prst="rect">
            <a:avLst/>
          </a:prstGeom>
          <a:noFill/>
          <a:ln>
            <a:noFill/>
          </a:ln>
        </p:spPr>
        <p:txBody>
          <a:bodyPr anchorCtr="0" anchor="t" bIns="39550" lIns="79125" spcFirstLastPara="1" rIns="79125" wrap="square" tIns="39550">
            <a:normAutofit/>
          </a:bodyPr>
          <a:lstStyle/>
          <a:p>
            <a:pPr indent="-190500" lvl="0" marL="292100" rtl="0" algn="l">
              <a:spcBef>
                <a:spcPts val="0"/>
              </a:spcBef>
              <a:spcAft>
                <a:spcPts val="0"/>
              </a:spcAft>
              <a:buSzPts val="2400"/>
              <a:buChar char="●"/>
            </a:pPr>
            <a:r>
              <a:rPr lang="es"/>
              <a:t>Aprobaciones</a:t>
            </a:r>
            <a:endParaRPr/>
          </a:p>
          <a:p>
            <a:pPr indent="-76200" lvl="1" marL="558800" rtl="0" algn="l">
              <a:spcBef>
                <a:spcPts val="400"/>
              </a:spcBef>
              <a:spcAft>
                <a:spcPts val="0"/>
              </a:spcAft>
              <a:buSzPts val="2100"/>
              <a:buNone/>
            </a:pPr>
            <a:r>
              <a:t/>
            </a:r>
            <a:endParaRPr/>
          </a:p>
          <a:p>
            <a:pPr indent="-209550" lvl="1" marL="558800" rtl="0" algn="l">
              <a:spcBef>
                <a:spcPts val="400"/>
              </a:spcBef>
              <a:spcAft>
                <a:spcPts val="0"/>
              </a:spcAft>
              <a:buSzPts val="2100"/>
              <a:buChar char="○"/>
            </a:pPr>
            <a:r>
              <a:rPr lang="es"/>
              <a:t>2 CCC (reunión inicial)</a:t>
            </a:r>
            <a:endParaRPr/>
          </a:p>
          <a:p>
            <a:pPr indent="-76200" lvl="1" marL="558800" rtl="0" algn="l">
              <a:spcBef>
                <a:spcPts val="400"/>
              </a:spcBef>
              <a:spcAft>
                <a:spcPts val="0"/>
              </a:spcAft>
              <a:buSzPts val="2100"/>
              <a:buNone/>
            </a:pPr>
            <a:r>
              <a:t/>
            </a:r>
            <a:endParaRPr/>
          </a:p>
          <a:p>
            <a:pPr indent="0" lvl="1" marL="355600" rtl="0" algn="l">
              <a:spcBef>
                <a:spcPts val="400"/>
              </a:spcBef>
              <a:spcAft>
                <a:spcPts val="0"/>
              </a:spcAft>
              <a:buSzPts val="2100"/>
              <a:buNone/>
            </a:pPr>
            <a:r>
              <a:t/>
            </a:r>
            <a:endParaRPr/>
          </a:p>
          <a:p>
            <a:pPr indent="-209550" lvl="1" marL="558800" rtl="0" algn="l">
              <a:spcBef>
                <a:spcPts val="400"/>
              </a:spcBef>
              <a:spcAft>
                <a:spcPts val="0"/>
              </a:spcAft>
              <a:buSzPts val="2100"/>
              <a:buChar char="○"/>
            </a:pPr>
            <a:r>
              <a:rPr lang="es"/>
              <a:t>3 Propietario del EC</a:t>
            </a:r>
            <a:endParaRPr/>
          </a:p>
          <a:p>
            <a:pPr indent="-209550" lvl="1" marL="558800" rtl="0" algn="l">
              <a:spcBef>
                <a:spcPts val="400"/>
              </a:spcBef>
              <a:spcAft>
                <a:spcPts val="0"/>
              </a:spcAft>
              <a:buSzPts val="2100"/>
              <a:buChar char="○"/>
            </a:pPr>
            <a:r>
              <a:rPr lang="es"/>
              <a:t>4 Responsable de Q</a:t>
            </a:r>
            <a:endParaRPr/>
          </a:p>
          <a:p>
            <a:pPr indent="-209550" lvl="1" marL="558800" rtl="0" algn="l">
              <a:spcBef>
                <a:spcPts val="400"/>
              </a:spcBef>
              <a:spcAft>
                <a:spcPts val="0"/>
              </a:spcAft>
              <a:buSzPts val="2100"/>
              <a:buChar char="○"/>
            </a:pPr>
            <a:r>
              <a:rPr lang="es"/>
              <a:t>5 CCC (reunión final)</a:t>
            </a:r>
            <a:endParaRPr/>
          </a:p>
        </p:txBody>
      </p:sp>
      <p:sp>
        <p:nvSpPr>
          <p:cNvPr id="498" name="Google Shape;498;p57"/>
          <p:cNvSpPr txBox="1"/>
          <p:nvPr>
            <p:ph idx="2" type="body"/>
          </p:nvPr>
        </p:nvSpPr>
        <p:spPr>
          <a:xfrm>
            <a:off x="4204675" y="1152150"/>
            <a:ext cx="4583400" cy="3442800"/>
          </a:xfrm>
          <a:prstGeom prst="rect">
            <a:avLst/>
          </a:prstGeom>
          <a:noFill/>
          <a:ln>
            <a:noFill/>
          </a:ln>
        </p:spPr>
        <p:txBody>
          <a:bodyPr anchorCtr="0" anchor="t" bIns="39550" lIns="79125" spcFirstLastPara="1" rIns="79125" wrap="square" tIns="39550">
            <a:normAutofit/>
          </a:bodyPr>
          <a:lstStyle/>
          <a:p>
            <a:pPr indent="-190500" lvl="0" marL="292100" rtl="0" algn="l">
              <a:spcBef>
                <a:spcPts val="0"/>
              </a:spcBef>
              <a:spcAft>
                <a:spcPts val="0"/>
              </a:spcAft>
              <a:buSzPts val="2400"/>
              <a:buChar char="●"/>
            </a:pPr>
            <a:r>
              <a:rPr lang="es"/>
              <a:t>Estado</a:t>
            </a:r>
            <a:endParaRPr/>
          </a:p>
          <a:p>
            <a:pPr indent="-209550" lvl="1" marL="558800" rtl="0" algn="l">
              <a:spcBef>
                <a:spcPts val="400"/>
              </a:spcBef>
              <a:spcAft>
                <a:spcPts val="0"/>
              </a:spcAft>
              <a:buSzPts val="2100"/>
              <a:buChar char="○"/>
            </a:pPr>
            <a:r>
              <a:rPr lang="es"/>
              <a:t>1 Fecha Petición </a:t>
            </a:r>
            <a:endParaRPr/>
          </a:p>
          <a:p>
            <a:pPr indent="-209550" lvl="1" marL="558800" rtl="0" algn="l">
              <a:spcBef>
                <a:spcPts val="400"/>
              </a:spcBef>
              <a:spcAft>
                <a:spcPts val="0"/>
              </a:spcAft>
              <a:buSzPts val="2100"/>
              <a:buChar char="○"/>
            </a:pPr>
            <a:r>
              <a:rPr lang="es"/>
              <a:t>2 Abierta</a:t>
            </a:r>
            <a:endParaRPr/>
          </a:p>
          <a:p>
            <a:pPr indent="-209550" lvl="1" marL="558800" rtl="0" algn="l">
              <a:spcBef>
                <a:spcPts val="400"/>
              </a:spcBef>
              <a:spcAft>
                <a:spcPts val="0"/>
              </a:spcAft>
              <a:buSzPts val="2100"/>
              <a:buChar char="○"/>
            </a:pPr>
            <a:r>
              <a:rPr lang="es"/>
              <a:t>2 Aprobada vs Desaprobada</a:t>
            </a:r>
            <a:endParaRPr/>
          </a:p>
          <a:p>
            <a:pPr indent="-209550" lvl="1" marL="558800" rtl="0" algn="l">
              <a:spcBef>
                <a:spcPts val="400"/>
              </a:spcBef>
              <a:spcAft>
                <a:spcPts val="0"/>
              </a:spcAft>
              <a:buSzPts val="2100"/>
              <a:buChar char="○"/>
            </a:pPr>
            <a:r>
              <a:rPr lang="es"/>
              <a:t>2 - 3 En Implementación</a:t>
            </a:r>
            <a:endParaRPr/>
          </a:p>
          <a:p>
            <a:pPr indent="-76200" lvl="1" marL="558800" rtl="0" algn="l">
              <a:spcBef>
                <a:spcPts val="400"/>
              </a:spcBef>
              <a:spcAft>
                <a:spcPts val="0"/>
              </a:spcAft>
              <a:buSzPts val="2100"/>
              <a:buNone/>
            </a:pPr>
            <a:r>
              <a:t/>
            </a:r>
            <a:endParaRPr/>
          </a:p>
          <a:p>
            <a:pPr indent="0" lvl="1" marL="355600" rtl="0" algn="l">
              <a:spcBef>
                <a:spcPts val="400"/>
              </a:spcBef>
              <a:spcAft>
                <a:spcPts val="0"/>
              </a:spcAft>
              <a:buSzPts val="2100"/>
              <a:buNone/>
            </a:pPr>
            <a:r>
              <a:t/>
            </a:r>
            <a:endParaRPr/>
          </a:p>
          <a:p>
            <a:pPr indent="-209550" lvl="1" marL="558800" rtl="0" algn="l">
              <a:spcBef>
                <a:spcPts val="400"/>
              </a:spcBef>
              <a:spcAft>
                <a:spcPts val="0"/>
              </a:spcAft>
              <a:buSzPts val="2100"/>
              <a:buChar char="○"/>
            </a:pPr>
            <a:r>
              <a:rPr lang="es"/>
              <a:t>5 Cerrada</a:t>
            </a:r>
            <a:endParaRPr/>
          </a:p>
        </p:txBody>
      </p:sp>
      <p:sp>
        <p:nvSpPr>
          <p:cNvPr id="499" name="Google Shape;499;p57"/>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8"/>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Veamos un Ejemplo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9"/>
          <p:cNvSpPr txBox="1"/>
          <p:nvPr>
            <p:ph idx="1" type="body"/>
          </p:nvPr>
        </p:nvSpPr>
        <p:spPr>
          <a:xfrm>
            <a:off x="311700" y="0"/>
            <a:ext cx="8520600" cy="979800"/>
          </a:xfrm>
          <a:prstGeom prst="rect">
            <a:avLst/>
          </a:prstGeom>
        </p:spPr>
        <p:txBody>
          <a:bodyPr anchorCtr="0" anchor="t" bIns="91425" lIns="91425" spcFirstLastPara="1" rIns="91425" wrap="square" tIns="91425">
            <a:normAutofit lnSpcReduction="20000"/>
          </a:bodyPr>
          <a:lstStyle/>
          <a:p>
            <a:pPr indent="0" lvl="0" marL="0" rtl="0" algn="just">
              <a:lnSpc>
                <a:spcPct val="100000"/>
              </a:lnSpc>
              <a:spcBef>
                <a:spcPts val="300"/>
              </a:spcBef>
              <a:spcAft>
                <a:spcPts val="600"/>
              </a:spcAft>
              <a:buNone/>
            </a:pPr>
            <a:r>
              <a:rPr b="1" lang="es" sz="1200">
                <a:solidFill>
                  <a:srgbClr val="000000"/>
                </a:solidFill>
                <a:latin typeface="Times New Roman"/>
                <a:ea typeface="Times New Roman"/>
                <a:cs typeface="Times New Roman"/>
                <a:sym typeface="Times New Roman"/>
              </a:rPr>
              <a:t>Teniendo en cuenta los siguientes datos de una Petición de Cambio sobre un Elemento de Configuración ya existente en Línea Base, buscar los defectos / inconsistencias que se encuentren en la parte de “Aprobaciones”, considerando que los datos correspondientes al “Estado de la PC” son correctos y que el CCC tiene que aprobar la PC tanto al principio cuando recibe la PC (indicado con el campo de estado de “aprobada”) como una vez que se haya implementado debido a la criticidad de la PC (indicado con el campo de estado de “cerrada”).</a:t>
            </a:r>
            <a:endParaRPr sz="2000">
              <a:solidFill>
                <a:srgbClr val="FF0000"/>
              </a:solidFill>
            </a:endParaRPr>
          </a:p>
        </p:txBody>
      </p:sp>
      <p:sp>
        <p:nvSpPr>
          <p:cNvPr id="510" name="Google Shape;510;p59"/>
          <p:cNvSpPr txBox="1"/>
          <p:nvPr/>
        </p:nvSpPr>
        <p:spPr>
          <a:xfrm>
            <a:off x="861150" y="3745750"/>
            <a:ext cx="7508400" cy="1306500"/>
          </a:xfrm>
          <a:prstGeom prst="rect">
            <a:avLst/>
          </a:prstGeom>
          <a:solidFill>
            <a:schemeClr val="dk1"/>
          </a:solidFill>
          <a:ln>
            <a:noFill/>
          </a:ln>
        </p:spPr>
        <p:txBody>
          <a:bodyPr anchorCtr="0" anchor="t" bIns="91425" lIns="91425" spcFirstLastPara="1" rIns="91425" wrap="square" tIns="91425">
            <a:noAutofit/>
          </a:bodyPr>
          <a:lstStyle/>
          <a:p>
            <a:pPr indent="0" lvl="0" marL="0" rtl="0" algn="just">
              <a:spcBef>
                <a:spcPts val="300"/>
              </a:spcBef>
              <a:spcAft>
                <a:spcPts val="0"/>
              </a:spcAft>
              <a:buNone/>
            </a:pPr>
            <a:r>
              <a:rPr lang="es" sz="1200">
                <a:latin typeface="Times New Roman"/>
                <a:ea typeface="Times New Roman"/>
                <a:cs typeface="Times New Roman"/>
                <a:sym typeface="Times New Roman"/>
              </a:rPr>
              <a:t>El propietario del EC no puede aprobar la PC (17 de Marzo) antes de que se haya implementado el cambio (18 de Marzo), pues le tiene que dar el visto bueno una vez que lo ha implementado. </a:t>
            </a:r>
            <a:endParaRPr sz="1200">
              <a:latin typeface="Times New Roman"/>
              <a:ea typeface="Times New Roman"/>
              <a:cs typeface="Times New Roman"/>
              <a:sym typeface="Times New Roman"/>
            </a:endParaRPr>
          </a:p>
          <a:p>
            <a:pPr indent="0" lvl="0" marL="0" rtl="0" algn="just">
              <a:spcBef>
                <a:spcPts val="600"/>
              </a:spcBef>
              <a:spcAft>
                <a:spcPts val="0"/>
              </a:spcAft>
              <a:buNone/>
            </a:pPr>
            <a:r>
              <a:rPr lang="es" sz="1200">
                <a:latin typeface="Times New Roman"/>
                <a:ea typeface="Times New Roman"/>
                <a:cs typeface="Times New Roman"/>
                <a:sym typeface="Times New Roman"/>
              </a:rPr>
              <a:t>La fecha de aprobación del propietario debería ser igual o superior al 18 de Marzo e igual o inferior a la fecha de cierre (22 de Marzo).</a:t>
            </a:r>
            <a:endParaRPr sz="1200">
              <a:latin typeface="Times New Roman"/>
              <a:ea typeface="Times New Roman"/>
              <a:cs typeface="Times New Roman"/>
              <a:sym typeface="Times New Roman"/>
            </a:endParaRPr>
          </a:p>
          <a:p>
            <a:pPr indent="0" lvl="0" marL="0" rtl="0" algn="just">
              <a:spcBef>
                <a:spcPts val="600"/>
              </a:spcBef>
              <a:spcAft>
                <a:spcPts val="0"/>
              </a:spcAft>
              <a:buNone/>
            </a:pPr>
            <a:r>
              <a:rPr lang="es" sz="1200">
                <a:latin typeface="Times New Roman"/>
                <a:ea typeface="Times New Roman"/>
                <a:cs typeface="Times New Roman"/>
                <a:sym typeface="Times New Roman"/>
              </a:rPr>
              <a:t>El CCC (reunión inicial) debería aprobar la PC en la fecha en la cual su estado es Aprobado (15 de Marzo).</a:t>
            </a:r>
            <a:endParaRPr sz="1200">
              <a:latin typeface="Times New Roman"/>
              <a:ea typeface="Times New Roman"/>
              <a:cs typeface="Times New Roman"/>
              <a:sym typeface="Times New Roman"/>
            </a:endParaRPr>
          </a:p>
          <a:p>
            <a:pPr indent="0" lvl="0" marL="0" rtl="0" algn="l">
              <a:spcBef>
                <a:spcPts val="600"/>
              </a:spcBef>
              <a:spcAft>
                <a:spcPts val="0"/>
              </a:spcAft>
              <a:buNone/>
            </a:pPr>
            <a:r>
              <a:t/>
            </a:r>
            <a:endParaRPr sz="1800">
              <a:solidFill>
                <a:schemeClr val="dk2"/>
              </a:solidFill>
              <a:latin typeface="Open Sans"/>
              <a:ea typeface="Open Sans"/>
              <a:cs typeface="Open Sans"/>
              <a:sym typeface="Open Sans"/>
            </a:endParaRPr>
          </a:p>
        </p:txBody>
      </p:sp>
      <p:pic>
        <p:nvPicPr>
          <p:cNvPr id="511" name="Google Shape;511;p59"/>
          <p:cNvPicPr preferRelativeResize="0"/>
          <p:nvPr/>
        </p:nvPicPr>
        <p:blipFill>
          <a:blip r:embed="rId3">
            <a:alphaModFix/>
          </a:blip>
          <a:stretch>
            <a:fillRect/>
          </a:stretch>
        </p:blipFill>
        <p:spPr>
          <a:xfrm>
            <a:off x="639338" y="891925"/>
            <a:ext cx="7952026" cy="28538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0"/>
          <p:cNvSpPr/>
          <p:nvPr>
            <p:ph idx="12" type="sldNum"/>
          </p:nvPr>
        </p:nvSpPr>
        <p:spPr>
          <a:xfrm>
            <a:off x="8531469" y="4236244"/>
            <a:ext cx="549300" cy="297600"/>
          </a:xfrm>
          <a:prstGeom prst="bracketPair">
            <a:avLst/>
          </a:prstGeom>
          <a:noFill/>
          <a:ln>
            <a:noFill/>
          </a:ln>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s"/>
              <a:t>‹#›</a:t>
            </a:fld>
            <a:endParaRPr/>
          </a:p>
        </p:txBody>
      </p:sp>
      <p:sp>
        <p:nvSpPr>
          <p:cNvPr id="517" name="Google Shape;517;p60"/>
          <p:cNvSpPr txBox="1"/>
          <p:nvPr>
            <p:ph type="title"/>
          </p:nvPr>
        </p:nvSpPr>
        <p:spPr>
          <a:xfrm>
            <a:off x="457199" y="205978"/>
            <a:ext cx="77802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a:latin typeface="Cambria"/>
                <a:ea typeface="Cambria"/>
                <a:cs typeface="Cambria"/>
                <a:sym typeface="Cambria"/>
              </a:rPr>
              <a:t>Plan de GCS: 3. Informes de Estado</a:t>
            </a:r>
            <a:endParaRPr>
              <a:latin typeface="Cambria"/>
              <a:ea typeface="Cambria"/>
              <a:cs typeface="Cambria"/>
              <a:sym typeface="Cambria"/>
            </a:endParaRPr>
          </a:p>
        </p:txBody>
      </p:sp>
      <p:sp>
        <p:nvSpPr>
          <p:cNvPr id="518" name="Google Shape;518;p60"/>
          <p:cNvSpPr txBox="1"/>
          <p:nvPr>
            <p:ph idx="1" type="body"/>
          </p:nvPr>
        </p:nvSpPr>
        <p:spPr>
          <a:xfrm>
            <a:off x="457200" y="1200150"/>
            <a:ext cx="7620000" cy="3600600"/>
          </a:xfrm>
          <a:prstGeom prst="rect">
            <a:avLst/>
          </a:prstGeom>
          <a:noFill/>
          <a:ln>
            <a:noFill/>
          </a:ln>
        </p:spPr>
        <p:txBody>
          <a:bodyPr anchorCtr="0" anchor="t" bIns="39550" lIns="79125" spcFirstLastPara="1" rIns="79125" wrap="square" tIns="39550">
            <a:normAutofit/>
          </a:bodyPr>
          <a:lstStyle/>
          <a:p>
            <a:pPr indent="-196850" lvl="0" marL="292100" rtl="0" algn="l">
              <a:spcBef>
                <a:spcPts val="0"/>
              </a:spcBef>
              <a:spcAft>
                <a:spcPts val="0"/>
              </a:spcAft>
              <a:buSzPts val="1900"/>
              <a:buChar char="●"/>
            </a:pPr>
            <a:r>
              <a:rPr lang="es">
                <a:latin typeface="Calibri"/>
                <a:ea typeface="Calibri"/>
                <a:cs typeface="Calibri"/>
                <a:sym typeface="Calibri"/>
              </a:rPr>
              <a:t>Se necesitan para ayudar al equipo a hacer el seguimiento del producto mientras lo están desarrollando. Por ejemplo:</a:t>
            </a:r>
            <a:endParaRPr/>
          </a:p>
          <a:p>
            <a:pPr indent="-196850" lvl="1" marL="558800" rtl="0" algn="l">
              <a:spcBef>
                <a:spcPts val="300"/>
              </a:spcBef>
              <a:spcAft>
                <a:spcPts val="0"/>
              </a:spcAft>
              <a:buSzPts val="1700"/>
              <a:buChar char="○"/>
            </a:pPr>
            <a:r>
              <a:rPr lang="es">
                <a:latin typeface="Calibri"/>
                <a:ea typeface="Calibri"/>
                <a:cs typeface="Calibri"/>
                <a:sym typeface="Calibri"/>
              </a:rPr>
              <a:t>Gráfico del crecimiento de las LOC en el tiempo, indican el progreso de la implementación</a:t>
            </a:r>
            <a:endParaRPr/>
          </a:p>
          <a:p>
            <a:pPr indent="-196850" lvl="1" marL="558800" rtl="0" algn="l">
              <a:spcBef>
                <a:spcPts val="300"/>
              </a:spcBef>
              <a:spcAft>
                <a:spcPts val="0"/>
              </a:spcAft>
              <a:buSzPts val="1700"/>
              <a:buChar char="○"/>
            </a:pPr>
            <a:r>
              <a:rPr lang="es">
                <a:latin typeface="Calibri"/>
                <a:ea typeface="Calibri"/>
                <a:cs typeface="Calibri"/>
                <a:sym typeface="Calibri"/>
              </a:rPr>
              <a:t>Gráfico de PCs por fase</a:t>
            </a:r>
            <a:endParaRPr/>
          </a:p>
          <a:p>
            <a:pPr indent="-196850" lvl="0" marL="292100" rtl="0" algn="l">
              <a:spcBef>
                <a:spcPts val="400"/>
              </a:spcBef>
              <a:spcAft>
                <a:spcPts val="0"/>
              </a:spcAft>
              <a:buSzPts val="1900"/>
              <a:buChar char="●"/>
            </a:pPr>
            <a:r>
              <a:rPr lang="es">
                <a:latin typeface="Calibri"/>
                <a:ea typeface="Calibri"/>
                <a:cs typeface="Calibri"/>
                <a:sym typeface="Calibri"/>
              </a:rPr>
              <a:t>El responsable de soporte informa del estado de la GCS al equipo todas las semanas</a:t>
            </a:r>
            <a:endParaRPr/>
          </a:p>
          <a:p>
            <a:pPr indent="-196850" lvl="1" marL="558800" rtl="0" algn="l">
              <a:spcBef>
                <a:spcPts val="300"/>
              </a:spcBef>
              <a:spcAft>
                <a:spcPts val="0"/>
              </a:spcAft>
              <a:buSzPts val="1700"/>
              <a:buChar char="○"/>
            </a:pPr>
            <a:r>
              <a:rPr lang="es">
                <a:latin typeface="Calibri"/>
                <a:ea typeface="Calibri"/>
                <a:cs typeface="Calibri"/>
                <a:sym typeface="Calibri"/>
              </a:rPr>
              <a:t>Proporciona informes semanales dando el volumen total del producto existente en la línea base y la actividad de cambios</a:t>
            </a:r>
            <a:endParaRPr/>
          </a:p>
          <a:p>
            <a:pPr indent="-190500" lvl="2" marL="863600" rtl="0" algn="l">
              <a:spcBef>
                <a:spcPts val="300"/>
              </a:spcBef>
              <a:spcAft>
                <a:spcPts val="0"/>
              </a:spcAft>
              <a:buSzPts val="1600"/>
              <a:buChar char="■"/>
            </a:pPr>
            <a:r>
              <a:rPr lang="es">
                <a:latin typeface="Calibri"/>
                <a:ea typeface="Calibri"/>
                <a:cs typeface="Calibri"/>
                <a:sym typeface="Calibri"/>
              </a:rPr>
              <a:t>El formulario del </a:t>
            </a:r>
            <a:r>
              <a:rPr b="1" lang="es">
                <a:latin typeface="Calibri"/>
                <a:ea typeface="Calibri"/>
                <a:cs typeface="Calibri"/>
                <a:sym typeface="Calibri"/>
              </a:rPr>
              <a:t>Informe de Estado de Configuración </a:t>
            </a:r>
            <a:r>
              <a:rPr lang="es">
                <a:latin typeface="Calibri"/>
                <a:ea typeface="Calibri"/>
                <a:cs typeface="Calibri"/>
                <a:sym typeface="Calibri"/>
              </a:rPr>
              <a:t>(3.1)</a:t>
            </a:r>
            <a:endParaRPr/>
          </a:p>
          <a:p>
            <a:pPr indent="-196850" lvl="0" marL="292100" rtl="0" algn="l">
              <a:spcBef>
                <a:spcPts val="400"/>
              </a:spcBef>
              <a:spcAft>
                <a:spcPts val="0"/>
              </a:spcAft>
              <a:buSzPts val="1900"/>
              <a:buChar char="●"/>
            </a:pPr>
            <a:r>
              <a:rPr b="1" lang="es">
                <a:latin typeface="Calibri"/>
                <a:ea typeface="Calibri"/>
                <a:cs typeface="Calibri"/>
                <a:sym typeface="Calibri"/>
              </a:rPr>
              <a:t>Historial de Versiones </a:t>
            </a:r>
            <a:r>
              <a:rPr lang="es">
                <a:latin typeface="Calibri"/>
                <a:ea typeface="Calibri"/>
                <a:cs typeface="Calibri"/>
                <a:sym typeface="Calibri"/>
              </a:rPr>
              <a:t>(3.2)</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1"/>
          <p:cNvSpPr txBox="1"/>
          <p:nvPr>
            <p:ph type="title"/>
          </p:nvPr>
        </p:nvSpPr>
        <p:spPr>
          <a:xfrm>
            <a:off x="117527" y="205978"/>
            <a:ext cx="8312400" cy="8574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200">
                <a:latin typeface="Cambria"/>
                <a:ea typeface="Cambria"/>
                <a:cs typeface="Cambria"/>
                <a:sym typeface="Cambria"/>
              </a:rPr>
              <a:t>GCS: Informes de Estado – 3.1 Informe de Estado de Configuración</a:t>
            </a:r>
            <a:endParaRPr sz="2200">
              <a:latin typeface="Cambria"/>
              <a:ea typeface="Cambria"/>
              <a:cs typeface="Cambria"/>
              <a:sym typeface="Cambria"/>
            </a:endParaRPr>
          </a:p>
        </p:txBody>
      </p:sp>
      <p:pic>
        <p:nvPicPr>
          <p:cNvPr id="524" name="Google Shape;524;p61"/>
          <p:cNvPicPr preferRelativeResize="0"/>
          <p:nvPr/>
        </p:nvPicPr>
        <p:blipFill rotWithShape="1">
          <a:blip r:embed="rId3">
            <a:alphaModFix/>
          </a:blip>
          <a:srcRect b="0" l="0" r="0" t="0"/>
          <a:stretch/>
        </p:blipFill>
        <p:spPr>
          <a:xfrm>
            <a:off x="2311525" y="598125"/>
            <a:ext cx="4484510" cy="45453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2"/>
          <p:cNvSpPr txBox="1"/>
          <p:nvPr>
            <p:ph type="title"/>
          </p:nvPr>
        </p:nvSpPr>
        <p:spPr>
          <a:xfrm>
            <a:off x="287725" y="333775"/>
            <a:ext cx="8609700" cy="530700"/>
          </a:xfrm>
          <a:prstGeom prst="rect">
            <a:avLst/>
          </a:prstGeom>
          <a:noFill/>
          <a:ln>
            <a:noFill/>
          </a:ln>
        </p:spPr>
        <p:txBody>
          <a:bodyPr anchorCtr="0" anchor="ctr" bIns="39550" lIns="79125" spcFirstLastPara="1" rIns="79125" wrap="square" tIns="39550">
            <a:noAutofit/>
          </a:bodyPr>
          <a:lstStyle/>
          <a:p>
            <a:pPr indent="0" lvl="0" marL="0" rtl="0" algn="l">
              <a:spcBef>
                <a:spcPts val="0"/>
              </a:spcBef>
              <a:spcAft>
                <a:spcPts val="0"/>
              </a:spcAft>
              <a:buNone/>
            </a:pPr>
            <a:r>
              <a:rPr lang="es" sz="2600">
                <a:latin typeface="Cambria"/>
                <a:ea typeface="Cambria"/>
                <a:cs typeface="Cambria"/>
                <a:sym typeface="Cambria"/>
              </a:rPr>
              <a:t>GCS: Informes de Estado –  3.2 Historial de Versiones </a:t>
            </a:r>
            <a:endParaRPr sz="2600">
              <a:latin typeface="Cambria"/>
              <a:ea typeface="Cambria"/>
              <a:cs typeface="Cambria"/>
              <a:sym typeface="Cambria"/>
            </a:endParaRPr>
          </a:p>
        </p:txBody>
      </p:sp>
      <p:graphicFrame>
        <p:nvGraphicFramePr>
          <p:cNvPr id="530" name="Google Shape;530;p62"/>
          <p:cNvGraphicFramePr/>
          <p:nvPr/>
        </p:nvGraphicFramePr>
        <p:xfrm>
          <a:off x="1647194" y="1643295"/>
          <a:ext cx="3000000" cy="3000000"/>
        </p:xfrm>
        <a:graphic>
          <a:graphicData uri="http://schemas.openxmlformats.org/drawingml/2006/table">
            <a:tbl>
              <a:tblPr>
                <a:noFill/>
                <a:tableStyleId>{8F63C125-6FD5-424D-B4B2-31E6C9F7E34F}</a:tableStyleId>
              </a:tblPr>
              <a:tblGrid>
                <a:gridCol w="1390800"/>
                <a:gridCol w="2852250"/>
                <a:gridCol w="1199975"/>
              </a:tblGrid>
              <a:tr h="619700">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Identificador</a:t>
                      </a:r>
                      <a:endParaRPr b="1" i="0" sz="14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Modificación</a:t>
                      </a:r>
                      <a:endParaRPr b="1" i="0" sz="14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400"/>
                        <a:buFont typeface="Arial"/>
                        <a:buNone/>
                      </a:pPr>
                      <a:r>
                        <a:rPr b="1" i="0" lang="es" sz="1400" u="none" cap="none" strike="noStrike">
                          <a:latin typeface="Calibri"/>
                          <a:ea typeface="Calibri"/>
                          <a:cs typeface="Calibri"/>
                          <a:sym typeface="Calibri"/>
                        </a:rPr>
                        <a:t>Petición Cambio</a:t>
                      </a:r>
                      <a:endParaRPr b="1" i="0" sz="14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3300">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PGCS v1</a:t>
                      </a:r>
                      <a:endParaRPr b="0" i="0" sz="15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Entrega Inicial</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1</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9700">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PGCS v2</a:t>
                      </a:r>
                      <a:endParaRPr b="0" i="0" sz="1500" u="none" cap="none" strike="noStrike">
                        <a:latin typeface="Calibri"/>
                        <a:ea typeface="Calibri"/>
                        <a:cs typeface="Calibri"/>
                        <a:sym typeface="Calibri"/>
                      </a:endParaRPr>
                    </a:p>
                  </a:txBody>
                  <a:tcPr marT="34300" marB="34300" marR="84425" marL="8442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Modificación punto 1, 4</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500"/>
                        <a:buFont typeface="Arial"/>
                        <a:buNone/>
                      </a:pPr>
                      <a:r>
                        <a:rPr b="0" i="0" lang="es" sz="1500" u="none" cap="none" strike="noStrike">
                          <a:latin typeface="Calibri"/>
                          <a:ea typeface="Calibri"/>
                          <a:cs typeface="Calibri"/>
                          <a:sym typeface="Calibri"/>
                        </a:rPr>
                        <a:t>PC 2</a:t>
                      </a:r>
                      <a:endParaRPr b="0" i="0" sz="1500" u="none" cap="none" strike="noStrike">
                        <a:latin typeface="Calibri"/>
                        <a:ea typeface="Calibri"/>
                        <a:cs typeface="Calibri"/>
                        <a:sym typeface="Calibri"/>
                      </a:endParaRPr>
                    </a:p>
                  </a:txBody>
                  <a:tcPr marT="34300" marB="34300" marR="84425" marL="8442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5 Min. de Pausa</a:t>
            </a:r>
            <a:endParaRPr/>
          </a:p>
        </p:txBody>
      </p:sp>
      <p:pic>
        <p:nvPicPr>
          <p:cNvPr id="536" name="Google Shape;536;p63"/>
          <p:cNvPicPr preferRelativeResize="0"/>
          <p:nvPr/>
        </p:nvPicPr>
        <p:blipFill>
          <a:blip r:embed="rId3">
            <a:alphaModFix/>
          </a:blip>
          <a:stretch>
            <a:fillRect/>
          </a:stretch>
        </p:blipFill>
        <p:spPr>
          <a:xfrm>
            <a:off x="1753850" y="1756800"/>
            <a:ext cx="5478932" cy="30818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4"/>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Versionamiento Moderno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547" name="Google Shape;547;p65"/>
          <p:cNvPicPr preferRelativeResize="0"/>
          <p:nvPr/>
        </p:nvPicPr>
        <p:blipFill>
          <a:blip r:embed="rId3">
            <a:alphaModFix/>
          </a:blip>
          <a:stretch>
            <a:fillRect/>
          </a:stretch>
        </p:blipFill>
        <p:spPr>
          <a:xfrm>
            <a:off x="34200" y="1274806"/>
            <a:ext cx="8901525" cy="2593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Conceptos básicos</a:t>
            </a:r>
            <a:endParaRPr/>
          </a:p>
        </p:txBody>
      </p:sp>
      <p:sp>
        <p:nvSpPr>
          <p:cNvPr id="553" name="Google Shape;553;p6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54" name="Google Shape;554;p66"/>
          <p:cNvPicPr preferRelativeResize="0"/>
          <p:nvPr/>
        </p:nvPicPr>
        <p:blipFill>
          <a:blip r:embed="rId3">
            <a:alphaModFix/>
          </a:blip>
          <a:stretch>
            <a:fillRect/>
          </a:stretch>
        </p:blipFill>
        <p:spPr>
          <a:xfrm>
            <a:off x="311700" y="1266325"/>
            <a:ext cx="8423775" cy="31831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60" name="Google Shape;560;p6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1" name="Google Shape;561;p67"/>
          <p:cNvPicPr preferRelativeResize="0"/>
          <p:nvPr/>
        </p:nvPicPr>
        <p:blipFill>
          <a:blip r:embed="rId3">
            <a:alphaModFix/>
          </a:blip>
          <a:stretch>
            <a:fillRect/>
          </a:stretch>
        </p:blipFill>
        <p:spPr>
          <a:xfrm>
            <a:off x="899425" y="164175"/>
            <a:ext cx="6857950" cy="48151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Desarrollo lineal en el control de versiones</a:t>
            </a:r>
            <a:endParaRPr/>
          </a:p>
        </p:txBody>
      </p:sp>
      <p:sp>
        <p:nvSpPr>
          <p:cNvPr id="567" name="Google Shape;567;p6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8" name="Google Shape;568;p68"/>
          <p:cNvPicPr preferRelativeResize="0"/>
          <p:nvPr/>
        </p:nvPicPr>
        <p:blipFill>
          <a:blip r:embed="rId3">
            <a:alphaModFix/>
          </a:blip>
          <a:stretch>
            <a:fillRect/>
          </a:stretch>
        </p:blipFill>
        <p:spPr>
          <a:xfrm>
            <a:off x="1454425" y="1237850"/>
            <a:ext cx="5223500" cy="36912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Desarrollo paralelo, o a través de ramas</a:t>
            </a:r>
            <a:endParaRPr/>
          </a:p>
        </p:txBody>
      </p:sp>
      <p:pic>
        <p:nvPicPr>
          <p:cNvPr id="574" name="Google Shape;574;p69"/>
          <p:cNvPicPr preferRelativeResize="0"/>
          <p:nvPr/>
        </p:nvPicPr>
        <p:blipFill>
          <a:blip r:embed="rId3">
            <a:alphaModFix/>
          </a:blip>
          <a:stretch>
            <a:fillRect/>
          </a:stretch>
        </p:blipFill>
        <p:spPr>
          <a:xfrm>
            <a:off x="2035425" y="1007575"/>
            <a:ext cx="5073139" cy="38386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80" name="Google Shape;580;p7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81" name="Google Shape;581;p70"/>
          <p:cNvPicPr preferRelativeResize="0"/>
          <p:nvPr/>
        </p:nvPicPr>
        <p:blipFill>
          <a:blip r:embed="rId3">
            <a:alphaModFix/>
          </a:blip>
          <a:stretch>
            <a:fillRect/>
          </a:stretch>
        </p:blipFill>
        <p:spPr>
          <a:xfrm>
            <a:off x="1279450" y="920938"/>
            <a:ext cx="6477000" cy="3648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Feature Brannching</a:t>
            </a:r>
            <a:endParaRPr/>
          </a:p>
        </p:txBody>
      </p:sp>
      <p:sp>
        <p:nvSpPr>
          <p:cNvPr id="587" name="Google Shape;587;p7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88" name="Google Shape;588;p71"/>
          <p:cNvPicPr preferRelativeResize="0"/>
          <p:nvPr/>
        </p:nvPicPr>
        <p:blipFill>
          <a:blip r:embed="rId3">
            <a:alphaModFix/>
          </a:blip>
          <a:stretch>
            <a:fillRect/>
          </a:stretch>
        </p:blipFill>
        <p:spPr>
          <a:xfrm>
            <a:off x="2047875" y="1857375"/>
            <a:ext cx="5048250" cy="14287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2"/>
          <p:cNvSpPr txBox="1"/>
          <p:nvPr>
            <p:ph type="title"/>
          </p:nvPr>
        </p:nvSpPr>
        <p:spPr>
          <a:xfrm>
            <a:off x="31170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Modelos de Versionamiento</a:t>
            </a:r>
            <a:endParaRPr/>
          </a:p>
        </p:txBody>
      </p:sp>
      <p:pic>
        <p:nvPicPr>
          <p:cNvPr id="594" name="Google Shape;594;p72"/>
          <p:cNvPicPr preferRelativeResize="0"/>
          <p:nvPr/>
        </p:nvPicPr>
        <p:blipFill>
          <a:blip r:embed="rId3">
            <a:alphaModFix/>
          </a:blip>
          <a:stretch>
            <a:fillRect/>
          </a:stretch>
        </p:blipFill>
        <p:spPr>
          <a:xfrm>
            <a:off x="913350" y="858100"/>
            <a:ext cx="3129324" cy="4197224"/>
          </a:xfrm>
          <a:prstGeom prst="rect">
            <a:avLst/>
          </a:prstGeom>
          <a:noFill/>
          <a:ln>
            <a:noFill/>
          </a:ln>
        </p:spPr>
      </p:pic>
      <p:pic>
        <p:nvPicPr>
          <p:cNvPr id="595" name="Google Shape;595;p72"/>
          <p:cNvPicPr preferRelativeResize="0"/>
          <p:nvPr/>
        </p:nvPicPr>
        <p:blipFill>
          <a:blip r:embed="rId4">
            <a:alphaModFix/>
          </a:blip>
          <a:stretch>
            <a:fillRect/>
          </a:stretch>
        </p:blipFill>
        <p:spPr>
          <a:xfrm>
            <a:off x="6123376" y="805075"/>
            <a:ext cx="1481363" cy="4197226"/>
          </a:xfrm>
          <a:prstGeom prst="rect">
            <a:avLst/>
          </a:prstGeom>
          <a:noFill/>
          <a:ln>
            <a:noFill/>
          </a:ln>
        </p:spPr>
      </p:pic>
      <p:sp>
        <p:nvSpPr>
          <p:cNvPr id="596" name="Google Shape;596;p72"/>
          <p:cNvSpPr txBox="1"/>
          <p:nvPr/>
        </p:nvSpPr>
        <p:spPr>
          <a:xfrm>
            <a:off x="586725" y="473250"/>
            <a:ext cx="4101300" cy="5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800">
                <a:solidFill>
                  <a:schemeClr val="lt2"/>
                </a:solidFill>
                <a:latin typeface="Roboto"/>
                <a:ea typeface="Roboto"/>
                <a:cs typeface="Roboto"/>
                <a:sym typeface="Roboto"/>
              </a:rPr>
              <a:t>A successful Git branching model</a:t>
            </a:r>
            <a:endParaRPr>
              <a:solidFill>
                <a:schemeClr val="lt2"/>
              </a:solidFill>
            </a:endParaRPr>
          </a:p>
        </p:txBody>
      </p:sp>
      <p:sp>
        <p:nvSpPr>
          <p:cNvPr id="597" name="Google Shape;597;p72"/>
          <p:cNvSpPr txBox="1"/>
          <p:nvPr/>
        </p:nvSpPr>
        <p:spPr>
          <a:xfrm>
            <a:off x="4688025" y="473250"/>
            <a:ext cx="4101300" cy="5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800">
                <a:solidFill>
                  <a:schemeClr val="lt2"/>
                </a:solidFill>
                <a:latin typeface="Roboto"/>
                <a:ea typeface="Roboto"/>
                <a:cs typeface="Roboto"/>
                <a:sym typeface="Roboto"/>
              </a:rPr>
              <a:t>The cactus model</a:t>
            </a:r>
            <a:endParaRPr>
              <a:solidFill>
                <a:schemeClr val="lt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Versionamiento Semántico (SemVer)</a:t>
            </a:r>
            <a:endParaRPr/>
          </a:p>
        </p:txBody>
      </p:sp>
      <p:sp>
        <p:nvSpPr>
          <p:cNvPr id="603" name="Google Shape;603;p73"/>
          <p:cNvSpPr txBox="1"/>
          <p:nvPr/>
        </p:nvSpPr>
        <p:spPr>
          <a:xfrm>
            <a:off x="605350" y="949625"/>
            <a:ext cx="3994500" cy="361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800">
                <a:solidFill>
                  <a:schemeClr val="lt2"/>
                </a:solidFill>
                <a:latin typeface="Roboto"/>
                <a:ea typeface="Roboto"/>
                <a:cs typeface="Roboto"/>
                <a:sym typeface="Roboto"/>
              </a:rPr>
              <a:t>De la forma X.Y.Z, donde:</a:t>
            </a:r>
            <a:endParaRPr sz="1800">
              <a:solidFill>
                <a:schemeClr val="lt2"/>
              </a:solidFill>
              <a:latin typeface="Roboto"/>
              <a:ea typeface="Roboto"/>
              <a:cs typeface="Roboto"/>
              <a:sym typeface="Roboto"/>
            </a:endParaRPr>
          </a:p>
          <a:p>
            <a:pPr indent="-342900" lvl="0" marL="457200" rtl="0" algn="l">
              <a:lnSpc>
                <a:spcPct val="115000"/>
              </a:lnSpc>
              <a:spcBef>
                <a:spcPts val="160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Major</a:t>
            </a:r>
            <a:endParaRPr sz="1800">
              <a:solidFill>
                <a:schemeClr val="lt2"/>
              </a:solidFill>
              <a:latin typeface="Roboto"/>
              <a:ea typeface="Roboto"/>
              <a:cs typeface="Roboto"/>
              <a:sym typeface="Roboto"/>
            </a:endParaRPr>
          </a:p>
          <a:p>
            <a:pPr indent="-342900" lvl="1" marL="914400" rtl="0" algn="l">
              <a:lnSpc>
                <a:spcPct val="115000"/>
              </a:lnSpc>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Cambios que rompen la compatibilidad de dependencias</a:t>
            </a:r>
            <a:endParaRPr sz="1800">
              <a:solidFill>
                <a:schemeClr val="lt2"/>
              </a:solidFill>
              <a:latin typeface="Roboto"/>
              <a:ea typeface="Roboto"/>
              <a:cs typeface="Roboto"/>
              <a:sym typeface="Roboto"/>
            </a:endParaRPr>
          </a:p>
          <a:p>
            <a:pPr indent="-342900" lvl="0" marL="457200" rtl="0" algn="l">
              <a:lnSpc>
                <a:spcPct val="115000"/>
              </a:lnSpc>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Y: Minor</a:t>
            </a:r>
            <a:endParaRPr sz="1800">
              <a:solidFill>
                <a:schemeClr val="lt2"/>
              </a:solidFill>
              <a:latin typeface="Roboto"/>
              <a:ea typeface="Roboto"/>
              <a:cs typeface="Roboto"/>
              <a:sym typeface="Roboto"/>
            </a:endParaRPr>
          </a:p>
          <a:p>
            <a:pPr indent="-342900" lvl="1" marL="914400" rtl="0" algn="l">
              <a:lnSpc>
                <a:spcPct val="115000"/>
              </a:lnSpc>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Cambios y adiciones que no rompen la compatibilidad</a:t>
            </a:r>
            <a:endParaRPr sz="1800">
              <a:solidFill>
                <a:schemeClr val="lt2"/>
              </a:solidFill>
              <a:latin typeface="Roboto"/>
              <a:ea typeface="Roboto"/>
              <a:cs typeface="Roboto"/>
              <a:sym typeface="Roboto"/>
            </a:endParaRPr>
          </a:p>
          <a:p>
            <a:pPr indent="-342900" lvl="0" marL="457200" rtl="0" algn="l">
              <a:lnSpc>
                <a:spcPct val="115000"/>
              </a:lnSpc>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Z: Patch</a:t>
            </a:r>
            <a:endParaRPr sz="1800">
              <a:solidFill>
                <a:schemeClr val="lt2"/>
              </a:solidFill>
              <a:latin typeface="Roboto"/>
              <a:ea typeface="Roboto"/>
              <a:cs typeface="Roboto"/>
              <a:sym typeface="Roboto"/>
            </a:endParaRPr>
          </a:p>
          <a:p>
            <a:pPr indent="-342900" lvl="1" marL="914400" rtl="0" algn="l">
              <a:lnSpc>
                <a:spcPct val="115000"/>
              </a:lnSpc>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Hotfixes</a:t>
            </a:r>
            <a:endParaRPr sz="1800">
              <a:solidFill>
                <a:schemeClr val="lt2"/>
              </a:solidFill>
              <a:latin typeface="Roboto"/>
              <a:ea typeface="Roboto"/>
              <a:cs typeface="Roboto"/>
              <a:sym typeface="Roboto"/>
            </a:endParaRPr>
          </a:p>
          <a:p>
            <a:pPr indent="0" lvl="0" marL="0" rtl="0" algn="l">
              <a:lnSpc>
                <a:spcPct val="115000"/>
              </a:lnSpc>
              <a:spcBef>
                <a:spcPts val="1600"/>
              </a:spcBef>
              <a:spcAft>
                <a:spcPts val="1600"/>
              </a:spcAft>
              <a:buNone/>
            </a:pPr>
            <a:r>
              <a:t/>
            </a:r>
            <a:endParaRPr sz="1800">
              <a:solidFill>
                <a:schemeClr val="lt2"/>
              </a:solidFill>
              <a:latin typeface="Roboto"/>
              <a:ea typeface="Roboto"/>
              <a:cs typeface="Roboto"/>
              <a:sym typeface="Roboto"/>
            </a:endParaRPr>
          </a:p>
        </p:txBody>
      </p:sp>
      <p:pic>
        <p:nvPicPr>
          <p:cNvPr id="604" name="Google Shape;604;p73"/>
          <p:cNvPicPr preferRelativeResize="0"/>
          <p:nvPr/>
        </p:nvPicPr>
        <p:blipFill>
          <a:blip r:embed="rId3">
            <a:alphaModFix/>
          </a:blip>
          <a:stretch>
            <a:fillRect/>
          </a:stretch>
        </p:blipFill>
        <p:spPr>
          <a:xfrm>
            <a:off x="4685500" y="1862625"/>
            <a:ext cx="4239351" cy="179259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Joel Test (</a:t>
            </a:r>
            <a:r>
              <a:rPr i="1" lang="es"/>
              <a:t>Bonus track</a:t>
            </a:r>
            <a:r>
              <a:rPr lang="es"/>
              <a:t>)</a:t>
            </a:r>
            <a:endParaRPr/>
          </a:p>
        </p:txBody>
      </p:sp>
      <p:sp>
        <p:nvSpPr>
          <p:cNvPr id="610" name="Google Shape;610;p74"/>
          <p:cNvSpPr txBox="1"/>
          <p:nvPr>
            <p:ph idx="4294967295" type="body"/>
          </p:nvPr>
        </p:nvSpPr>
        <p:spPr>
          <a:xfrm>
            <a:off x="555000" y="1299525"/>
            <a:ext cx="5638200" cy="3627900"/>
          </a:xfrm>
          <a:prstGeom prst="rect">
            <a:avLst/>
          </a:prstGeom>
        </p:spPr>
        <p:txBody>
          <a:bodyPr anchorCtr="0" anchor="t" bIns="91425" lIns="91425" spcFirstLastPara="1" rIns="91425" wrap="square" tIns="91425">
            <a:normAutofit fontScale="92500" lnSpcReduction="10000"/>
          </a:bodyPr>
          <a:lstStyle/>
          <a:p>
            <a:pPr indent="-322580" lvl="0" marL="457200" rtl="0" algn="l">
              <a:spcBef>
                <a:spcPts val="0"/>
              </a:spcBef>
              <a:spcAft>
                <a:spcPts val="0"/>
              </a:spcAft>
              <a:buClr>
                <a:srgbClr val="0B5394"/>
              </a:buClr>
              <a:buSzPct val="100000"/>
              <a:buAutoNum type="arabicPeriod"/>
            </a:pPr>
            <a:r>
              <a:rPr lang="es" sz="1600">
                <a:solidFill>
                  <a:srgbClr val="0B5394"/>
                </a:solidFill>
              </a:rPr>
              <a:t>Do you use source control?</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Can you make a build in one step?</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make daily builds?</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have a bug database?</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fix bugs before writing new code?</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have an up-to-date schedule?</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have a spec?</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programmers have quiet working conditions?</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use the best tools money can buy?</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have testers?</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new candidates write code during their interview?</a:t>
            </a:r>
            <a:endParaRPr sz="1600">
              <a:solidFill>
                <a:srgbClr val="0B5394"/>
              </a:solidFill>
            </a:endParaRPr>
          </a:p>
          <a:p>
            <a:pPr indent="-322580" lvl="0" marL="457200" rtl="0" algn="l">
              <a:spcBef>
                <a:spcPts val="0"/>
              </a:spcBef>
              <a:spcAft>
                <a:spcPts val="0"/>
              </a:spcAft>
              <a:buClr>
                <a:srgbClr val="0B5394"/>
              </a:buClr>
              <a:buSzPct val="100000"/>
              <a:buAutoNum type="arabicPeriod"/>
            </a:pPr>
            <a:r>
              <a:rPr lang="es" sz="1600">
                <a:solidFill>
                  <a:srgbClr val="0B5394"/>
                </a:solidFill>
              </a:rPr>
              <a:t>Do you do hallway usability testing?</a:t>
            </a:r>
            <a:endParaRPr sz="1600">
              <a:solidFill>
                <a:srgbClr val="0B5394"/>
              </a:solidFill>
            </a:endParaRPr>
          </a:p>
          <a:p>
            <a:pPr indent="0" lvl="0" marL="0" rtl="0" algn="l">
              <a:spcBef>
                <a:spcPts val="0"/>
              </a:spcBef>
              <a:spcAft>
                <a:spcPts val="0"/>
              </a:spcAft>
              <a:buNone/>
            </a:pPr>
            <a:r>
              <a:t/>
            </a:r>
            <a:endParaRPr sz="1600"/>
          </a:p>
          <a:p>
            <a:pPr indent="0" lvl="0" marL="0" rtl="0" algn="l">
              <a:spcBef>
                <a:spcPts val="0"/>
              </a:spcBef>
              <a:spcAft>
                <a:spcPts val="1200"/>
              </a:spcAft>
              <a:buNone/>
            </a:pPr>
            <a:r>
              <a:t/>
            </a:r>
            <a:endParaRPr sz="1600"/>
          </a:p>
        </p:txBody>
      </p:sp>
      <p:sp>
        <p:nvSpPr>
          <p:cNvPr id="611" name="Google Shape;611;p74"/>
          <p:cNvSpPr txBox="1"/>
          <p:nvPr/>
        </p:nvSpPr>
        <p:spPr>
          <a:xfrm>
            <a:off x="3754200" y="4573425"/>
            <a:ext cx="468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chemeClr val="hlink"/>
                </a:solidFill>
                <a:hlinkClick r:id="rId3"/>
              </a:rPr>
              <a:t>The Joel Test: 12 Steps to Better Code – Joel on Software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617" name="Google Shape;617;p75"/>
          <p:cNvPicPr preferRelativeResize="0"/>
          <p:nvPr/>
        </p:nvPicPr>
        <p:blipFill>
          <a:blip r:embed="rId3">
            <a:alphaModFix/>
          </a:blip>
          <a:stretch>
            <a:fillRect/>
          </a:stretch>
        </p:blipFill>
        <p:spPr>
          <a:xfrm>
            <a:off x="99600" y="0"/>
            <a:ext cx="8932548" cy="5094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Actividad</a:t>
            </a:r>
            <a:endParaRPr/>
          </a:p>
        </p:txBody>
      </p:sp>
      <p:sp>
        <p:nvSpPr>
          <p:cNvPr id="623" name="Google Shape;623;p7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Desarrollar la guía disponible en </a:t>
            </a:r>
            <a:endParaRPr/>
          </a:p>
          <a:p>
            <a:pPr indent="0" lvl="0" marL="0" rtl="0" algn="l">
              <a:spcBef>
                <a:spcPts val="1200"/>
              </a:spcBef>
              <a:spcAft>
                <a:spcPts val="0"/>
              </a:spcAft>
              <a:buNone/>
            </a:pPr>
            <a:r>
              <a:rPr lang="es" u="sng">
                <a:solidFill>
                  <a:schemeClr val="hlink"/>
                </a:solidFill>
                <a:hlinkClick r:id="rId3"/>
              </a:rPr>
              <a:t>https://docs.google.com/document/d/1MzDxT9zxJuj_tHN-krGM0Lz8_pytTv9G/edit?usp=sharing&amp;ouid=101594201986928375846&amp;rtpof=true&amp;sd=true</a:t>
            </a:r>
            <a:endParaRPr/>
          </a:p>
          <a:p>
            <a:pPr indent="0" lvl="0" marL="0" rtl="0" algn="l">
              <a:spcBef>
                <a:spcPts val="1200"/>
              </a:spcBef>
              <a:spcAft>
                <a:spcPts val="1200"/>
              </a:spcAft>
              <a:buNone/>
            </a:pPr>
            <a:r>
              <a:t/>
            </a:r>
            <a:endParaRPr/>
          </a:p>
        </p:txBody>
      </p:sp>
      <p:pic>
        <p:nvPicPr>
          <p:cNvPr id="624" name="Google Shape;624;p76"/>
          <p:cNvPicPr preferRelativeResize="0"/>
          <p:nvPr/>
        </p:nvPicPr>
        <p:blipFill>
          <a:blip r:embed="rId4">
            <a:alphaModFix/>
          </a:blip>
          <a:stretch>
            <a:fillRect/>
          </a:stretch>
        </p:blipFill>
        <p:spPr>
          <a:xfrm>
            <a:off x="3994325" y="2803025"/>
            <a:ext cx="1938625" cy="19386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7"/>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¡Nos vemos!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